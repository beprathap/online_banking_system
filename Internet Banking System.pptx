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14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3" r:id="rId16"/>
    <p:sldId id="272" r:id="rId17"/>
    <p:sldId id="275" r:id="rId18"/>
    <p:sldId id="274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0F8027-3DB1-43DB-BF68-E2E4C37E4AD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12C29EE-B2E6-4C25-854E-7E031AEA02D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Focus on online transactions, accounts, and analytics.</a:t>
          </a:r>
          <a:endParaRPr lang="en-US"/>
        </a:p>
      </dgm:t>
    </dgm:pt>
    <dgm:pt modelId="{A2AD4547-E4DC-4E1A-8338-2CC0B23BC76C}" type="parTrans" cxnId="{EA75BF0E-8396-4E43-AA02-3B5A70C6B0A4}">
      <dgm:prSet/>
      <dgm:spPr/>
      <dgm:t>
        <a:bodyPr/>
        <a:lstStyle/>
        <a:p>
          <a:endParaRPr lang="en-US"/>
        </a:p>
      </dgm:t>
    </dgm:pt>
    <dgm:pt modelId="{EB8BB7AF-8D27-4440-BF6D-82E5C0726678}" type="sibTrans" cxnId="{EA75BF0E-8396-4E43-AA02-3B5A70C6B0A4}">
      <dgm:prSet/>
      <dgm:spPr/>
      <dgm:t>
        <a:bodyPr/>
        <a:lstStyle/>
        <a:p>
          <a:endParaRPr lang="en-US"/>
        </a:p>
      </dgm:t>
    </dgm:pt>
    <dgm:pt modelId="{6FCD7B19-ED69-4284-8FA1-03ED4E462AF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Admin panel and customer panel for management.</a:t>
          </a:r>
          <a:endParaRPr lang="en-US"/>
        </a:p>
      </dgm:t>
    </dgm:pt>
    <dgm:pt modelId="{2801EA6E-84AD-423E-B400-3A99CE51C352}" type="parTrans" cxnId="{D0E6402D-4DDF-40A0-81CB-325E2C40C7C5}">
      <dgm:prSet/>
      <dgm:spPr/>
      <dgm:t>
        <a:bodyPr/>
        <a:lstStyle/>
        <a:p>
          <a:endParaRPr lang="en-US"/>
        </a:p>
      </dgm:t>
    </dgm:pt>
    <dgm:pt modelId="{320331FC-5760-4753-A41B-F76594F069F2}" type="sibTrans" cxnId="{D0E6402D-4DDF-40A0-81CB-325E2C40C7C5}">
      <dgm:prSet/>
      <dgm:spPr/>
      <dgm:t>
        <a:bodyPr/>
        <a:lstStyle/>
        <a:p>
          <a:endParaRPr lang="en-US"/>
        </a:p>
      </dgm:t>
    </dgm:pt>
    <dgm:pt modelId="{0D201E33-8E63-46B9-9FD0-8D880445BCC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Customers can register, apply for banking accounts, and update profiles.</a:t>
          </a:r>
          <a:endParaRPr lang="en-US"/>
        </a:p>
      </dgm:t>
    </dgm:pt>
    <dgm:pt modelId="{B48F82EF-021C-45C8-AE9A-FE8DF1241D26}" type="parTrans" cxnId="{49FCD17F-5908-4717-80B0-FDA2EC7C2DC8}">
      <dgm:prSet/>
      <dgm:spPr/>
      <dgm:t>
        <a:bodyPr/>
        <a:lstStyle/>
        <a:p>
          <a:endParaRPr lang="en-US"/>
        </a:p>
      </dgm:t>
    </dgm:pt>
    <dgm:pt modelId="{15219494-0502-4524-94F7-35C460EB08E6}" type="sibTrans" cxnId="{49FCD17F-5908-4717-80B0-FDA2EC7C2DC8}">
      <dgm:prSet/>
      <dgm:spPr/>
      <dgm:t>
        <a:bodyPr/>
        <a:lstStyle/>
        <a:p>
          <a:endParaRPr lang="en-US"/>
        </a:p>
      </dgm:t>
    </dgm:pt>
    <dgm:pt modelId="{3401D88B-C570-4B79-89FE-3CE49957051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Finance section includes deposits, withdrawals, transfers, and balance inquiries.</a:t>
          </a:r>
          <a:endParaRPr lang="en-US"/>
        </a:p>
      </dgm:t>
    </dgm:pt>
    <dgm:pt modelId="{59EEA0DE-365A-45CA-B0E0-FF308057B1BA}" type="parTrans" cxnId="{1B6F3CCE-2C80-451B-8917-47A14B0579A7}">
      <dgm:prSet/>
      <dgm:spPr/>
      <dgm:t>
        <a:bodyPr/>
        <a:lstStyle/>
        <a:p>
          <a:endParaRPr lang="en-US"/>
        </a:p>
      </dgm:t>
    </dgm:pt>
    <dgm:pt modelId="{9D66D8E5-2C1E-47BB-A055-B8042F98680B}" type="sibTrans" cxnId="{1B6F3CCE-2C80-451B-8917-47A14B0579A7}">
      <dgm:prSet/>
      <dgm:spPr/>
      <dgm:t>
        <a:bodyPr/>
        <a:lstStyle/>
        <a:p>
          <a:endParaRPr lang="en-US"/>
        </a:p>
      </dgm:t>
    </dgm:pt>
    <dgm:pt modelId="{DCD11A72-66AB-4EA9-A4FF-07089BD8AD7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Transaction history and financial reports track all activities.</a:t>
          </a:r>
          <a:endParaRPr lang="en-US"/>
        </a:p>
      </dgm:t>
    </dgm:pt>
    <dgm:pt modelId="{DFF18DA7-506F-4DE0-AD57-4B5F7A881577}" type="parTrans" cxnId="{9BF86AF7-3C70-47DD-9A41-478C3F8B3C19}">
      <dgm:prSet/>
      <dgm:spPr/>
      <dgm:t>
        <a:bodyPr/>
        <a:lstStyle/>
        <a:p>
          <a:endParaRPr lang="en-US"/>
        </a:p>
      </dgm:t>
    </dgm:pt>
    <dgm:pt modelId="{63A4B2CB-DE8B-4EC8-8779-5062496390FF}" type="sibTrans" cxnId="{9BF86AF7-3C70-47DD-9A41-478C3F8B3C19}">
      <dgm:prSet/>
      <dgm:spPr/>
      <dgm:t>
        <a:bodyPr/>
        <a:lstStyle/>
        <a:p>
          <a:endParaRPr lang="en-US"/>
        </a:p>
      </dgm:t>
    </dgm:pt>
    <dgm:pt modelId="{97333BE9-A3B4-478F-98A1-313BE0EED55C}" type="pres">
      <dgm:prSet presAssocID="{A20F8027-3DB1-43DB-BF68-E2E4C37E4AD8}" presName="root" presStyleCnt="0">
        <dgm:presLayoutVars>
          <dgm:dir/>
          <dgm:resizeHandles val="exact"/>
        </dgm:presLayoutVars>
      </dgm:prSet>
      <dgm:spPr/>
    </dgm:pt>
    <dgm:pt modelId="{CBB1F403-0F05-43D0-BFEC-110A963B0C10}" type="pres">
      <dgm:prSet presAssocID="{312C29EE-B2E6-4C25-854E-7E031AEA02D1}" presName="compNode" presStyleCnt="0"/>
      <dgm:spPr/>
    </dgm:pt>
    <dgm:pt modelId="{B7FC16BC-A849-4E2B-A1D7-8D2BA594F9AE}" type="pres">
      <dgm:prSet presAssocID="{312C29EE-B2E6-4C25-854E-7E031AEA02D1}" presName="iconBgRect" presStyleLbl="bgShp" presStyleIdx="0" presStyleCnt="5"/>
      <dgm:spPr/>
    </dgm:pt>
    <dgm:pt modelId="{17FC9F51-8F4A-469B-B171-D2FFC079838A}" type="pres">
      <dgm:prSet presAssocID="{312C29EE-B2E6-4C25-854E-7E031AEA02D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8CA083D1-63A3-42EB-BBE6-85A45953F054}" type="pres">
      <dgm:prSet presAssocID="{312C29EE-B2E6-4C25-854E-7E031AEA02D1}" presName="spaceRect" presStyleCnt="0"/>
      <dgm:spPr/>
    </dgm:pt>
    <dgm:pt modelId="{720EA3CF-D904-45CD-A2F4-F8DDAEC2AA83}" type="pres">
      <dgm:prSet presAssocID="{312C29EE-B2E6-4C25-854E-7E031AEA02D1}" presName="textRect" presStyleLbl="revTx" presStyleIdx="0" presStyleCnt="5">
        <dgm:presLayoutVars>
          <dgm:chMax val="1"/>
          <dgm:chPref val="1"/>
        </dgm:presLayoutVars>
      </dgm:prSet>
      <dgm:spPr/>
    </dgm:pt>
    <dgm:pt modelId="{9870C68A-6ED9-44D4-A7D6-FC4F02A9DAD5}" type="pres">
      <dgm:prSet presAssocID="{EB8BB7AF-8D27-4440-BF6D-82E5C0726678}" presName="sibTrans" presStyleCnt="0"/>
      <dgm:spPr/>
    </dgm:pt>
    <dgm:pt modelId="{226C713F-A4B1-40ED-ABEA-EF371CAC98B5}" type="pres">
      <dgm:prSet presAssocID="{6FCD7B19-ED69-4284-8FA1-03ED4E462AFD}" presName="compNode" presStyleCnt="0"/>
      <dgm:spPr/>
    </dgm:pt>
    <dgm:pt modelId="{36F6FAF2-BF51-4FA6-8EBB-516C511A17D9}" type="pres">
      <dgm:prSet presAssocID="{6FCD7B19-ED69-4284-8FA1-03ED4E462AFD}" presName="iconBgRect" presStyleLbl="bgShp" presStyleIdx="1" presStyleCnt="5"/>
      <dgm:spPr/>
    </dgm:pt>
    <dgm:pt modelId="{8DBBDDFB-C4B3-4017-9AC3-0BCAD1CD8E21}" type="pres">
      <dgm:prSet presAssocID="{6FCD7B19-ED69-4284-8FA1-03ED4E462AF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C8FE549A-B554-4A32-BFD8-B91EED35F070}" type="pres">
      <dgm:prSet presAssocID="{6FCD7B19-ED69-4284-8FA1-03ED4E462AFD}" presName="spaceRect" presStyleCnt="0"/>
      <dgm:spPr/>
    </dgm:pt>
    <dgm:pt modelId="{82EEA7C7-FE05-46EA-9258-4C69BC824C44}" type="pres">
      <dgm:prSet presAssocID="{6FCD7B19-ED69-4284-8FA1-03ED4E462AFD}" presName="textRect" presStyleLbl="revTx" presStyleIdx="1" presStyleCnt="5">
        <dgm:presLayoutVars>
          <dgm:chMax val="1"/>
          <dgm:chPref val="1"/>
        </dgm:presLayoutVars>
      </dgm:prSet>
      <dgm:spPr/>
    </dgm:pt>
    <dgm:pt modelId="{F5415B71-0E59-464C-9D17-5BB6616C0394}" type="pres">
      <dgm:prSet presAssocID="{320331FC-5760-4753-A41B-F76594F069F2}" presName="sibTrans" presStyleCnt="0"/>
      <dgm:spPr/>
    </dgm:pt>
    <dgm:pt modelId="{CAC19AD9-E04D-4DC4-A1C7-13A7F32EFB87}" type="pres">
      <dgm:prSet presAssocID="{0D201E33-8E63-46B9-9FD0-8D880445BCCA}" presName="compNode" presStyleCnt="0"/>
      <dgm:spPr/>
    </dgm:pt>
    <dgm:pt modelId="{78AE622D-8DAC-44FD-A3D1-95A1676035C7}" type="pres">
      <dgm:prSet presAssocID="{0D201E33-8E63-46B9-9FD0-8D880445BCCA}" presName="iconBgRect" presStyleLbl="bgShp" presStyleIdx="2" presStyleCnt="5"/>
      <dgm:spPr/>
    </dgm:pt>
    <dgm:pt modelId="{C5C030DC-BC29-4ABB-8E9C-571BFEF1842F}" type="pres">
      <dgm:prSet presAssocID="{0D201E33-8E63-46B9-9FD0-8D880445BCC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F6029E0C-F70E-4C5B-96DB-83097C755385}" type="pres">
      <dgm:prSet presAssocID="{0D201E33-8E63-46B9-9FD0-8D880445BCCA}" presName="spaceRect" presStyleCnt="0"/>
      <dgm:spPr/>
    </dgm:pt>
    <dgm:pt modelId="{1703034A-CC31-4907-B742-89B33279581B}" type="pres">
      <dgm:prSet presAssocID="{0D201E33-8E63-46B9-9FD0-8D880445BCCA}" presName="textRect" presStyleLbl="revTx" presStyleIdx="2" presStyleCnt="5">
        <dgm:presLayoutVars>
          <dgm:chMax val="1"/>
          <dgm:chPref val="1"/>
        </dgm:presLayoutVars>
      </dgm:prSet>
      <dgm:spPr/>
    </dgm:pt>
    <dgm:pt modelId="{6072DB07-E36E-4574-ABF3-A4C511FFFC98}" type="pres">
      <dgm:prSet presAssocID="{15219494-0502-4524-94F7-35C460EB08E6}" presName="sibTrans" presStyleCnt="0"/>
      <dgm:spPr/>
    </dgm:pt>
    <dgm:pt modelId="{B7C43F5F-EB82-4E9C-B248-9A33E11B26C7}" type="pres">
      <dgm:prSet presAssocID="{3401D88B-C570-4B79-89FE-3CE49957051D}" presName="compNode" presStyleCnt="0"/>
      <dgm:spPr/>
    </dgm:pt>
    <dgm:pt modelId="{FCBA99B6-6AC4-441F-8397-444C8E7B9940}" type="pres">
      <dgm:prSet presAssocID="{3401D88B-C570-4B79-89FE-3CE49957051D}" presName="iconBgRect" presStyleLbl="bgShp" presStyleIdx="3" presStyleCnt="5"/>
      <dgm:spPr/>
    </dgm:pt>
    <dgm:pt modelId="{60773065-E330-404F-A95E-9DB1FDEFEB4D}" type="pres">
      <dgm:prSet presAssocID="{3401D88B-C570-4B79-89FE-3CE49957051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A7E6AF0A-4409-4435-B896-615EB645A562}" type="pres">
      <dgm:prSet presAssocID="{3401D88B-C570-4B79-89FE-3CE49957051D}" presName="spaceRect" presStyleCnt="0"/>
      <dgm:spPr/>
    </dgm:pt>
    <dgm:pt modelId="{88F2E95E-B4A3-4397-924B-2773015BA763}" type="pres">
      <dgm:prSet presAssocID="{3401D88B-C570-4B79-89FE-3CE49957051D}" presName="textRect" presStyleLbl="revTx" presStyleIdx="3" presStyleCnt="5">
        <dgm:presLayoutVars>
          <dgm:chMax val="1"/>
          <dgm:chPref val="1"/>
        </dgm:presLayoutVars>
      </dgm:prSet>
      <dgm:spPr/>
    </dgm:pt>
    <dgm:pt modelId="{928980EE-BCED-4827-97ED-92126DC963B0}" type="pres">
      <dgm:prSet presAssocID="{9D66D8E5-2C1E-47BB-A055-B8042F98680B}" presName="sibTrans" presStyleCnt="0"/>
      <dgm:spPr/>
    </dgm:pt>
    <dgm:pt modelId="{EBE50B34-C9D4-425D-B6F0-C456C3B0B37F}" type="pres">
      <dgm:prSet presAssocID="{DCD11A72-66AB-4EA9-A4FF-07089BD8AD7C}" presName="compNode" presStyleCnt="0"/>
      <dgm:spPr/>
    </dgm:pt>
    <dgm:pt modelId="{560B017B-2F61-41FF-A705-1C805950BBB9}" type="pres">
      <dgm:prSet presAssocID="{DCD11A72-66AB-4EA9-A4FF-07089BD8AD7C}" presName="iconBgRect" presStyleLbl="bgShp" presStyleIdx="4" presStyleCnt="5"/>
      <dgm:spPr/>
    </dgm:pt>
    <dgm:pt modelId="{2694426C-2A23-4845-8C3F-55EF520DCB95}" type="pres">
      <dgm:prSet presAssocID="{DCD11A72-66AB-4EA9-A4FF-07089BD8AD7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E472CBF-4FC2-4642-B727-ED1DC2B4B58A}" type="pres">
      <dgm:prSet presAssocID="{DCD11A72-66AB-4EA9-A4FF-07089BD8AD7C}" presName="spaceRect" presStyleCnt="0"/>
      <dgm:spPr/>
    </dgm:pt>
    <dgm:pt modelId="{00668DB6-2A2A-4A32-B9F9-F9A3AB693586}" type="pres">
      <dgm:prSet presAssocID="{DCD11A72-66AB-4EA9-A4FF-07089BD8AD7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A75BF0E-8396-4E43-AA02-3B5A70C6B0A4}" srcId="{A20F8027-3DB1-43DB-BF68-E2E4C37E4AD8}" destId="{312C29EE-B2E6-4C25-854E-7E031AEA02D1}" srcOrd="0" destOrd="0" parTransId="{A2AD4547-E4DC-4E1A-8338-2CC0B23BC76C}" sibTransId="{EB8BB7AF-8D27-4440-BF6D-82E5C0726678}"/>
    <dgm:cxn modelId="{5755D627-F0B9-421D-A9FA-0A4F2EEECF6C}" type="presOf" srcId="{0D201E33-8E63-46B9-9FD0-8D880445BCCA}" destId="{1703034A-CC31-4907-B742-89B33279581B}" srcOrd="0" destOrd="0" presId="urn:microsoft.com/office/officeart/2018/5/layout/IconCircleLabelList"/>
    <dgm:cxn modelId="{D0E6402D-4DDF-40A0-81CB-325E2C40C7C5}" srcId="{A20F8027-3DB1-43DB-BF68-E2E4C37E4AD8}" destId="{6FCD7B19-ED69-4284-8FA1-03ED4E462AFD}" srcOrd="1" destOrd="0" parTransId="{2801EA6E-84AD-423E-B400-3A99CE51C352}" sibTransId="{320331FC-5760-4753-A41B-F76594F069F2}"/>
    <dgm:cxn modelId="{F43A4467-0155-4757-B47C-DC4A5E58702D}" type="presOf" srcId="{312C29EE-B2E6-4C25-854E-7E031AEA02D1}" destId="{720EA3CF-D904-45CD-A2F4-F8DDAEC2AA83}" srcOrd="0" destOrd="0" presId="urn:microsoft.com/office/officeart/2018/5/layout/IconCircleLabelList"/>
    <dgm:cxn modelId="{49FCD17F-5908-4717-80B0-FDA2EC7C2DC8}" srcId="{A20F8027-3DB1-43DB-BF68-E2E4C37E4AD8}" destId="{0D201E33-8E63-46B9-9FD0-8D880445BCCA}" srcOrd="2" destOrd="0" parTransId="{B48F82EF-021C-45C8-AE9A-FE8DF1241D26}" sibTransId="{15219494-0502-4524-94F7-35C460EB08E6}"/>
    <dgm:cxn modelId="{975ABFB1-2276-40DF-B075-FBB8F7541828}" type="presOf" srcId="{DCD11A72-66AB-4EA9-A4FF-07089BD8AD7C}" destId="{00668DB6-2A2A-4A32-B9F9-F9A3AB693586}" srcOrd="0" destOrd="0" presId="urn:microsoft.com/office/officeart/2018/5/layout/IconCircleLabelList"/>
    <dgm:cxn modelId="{1B6F3CCE-2C80-451B-8917-47A14B0579A7}" srcId="{A20F8027-3DB1-43DB-BF68-E2E4C37E4AD8}" destId="{3401D88B-C570-4B79-89FE-3CE49957051D}" srcOrd="3" destOrd="0" parTransId="{59EEA0DE-365A-45CA-B0E0-FF308057B1BA}" sibTransId="{9D66D8E5-2C1E-47BB-A055-B8042F98680B}"/>
    <dgm:cxn modelId="{804F2CD2-7587-4530-ABCE-F955FFF0ADE4}" type="presOf" srcId="{A20F8027-3DB1-43DB-BF68-E2E4C37E4AD8}" destId="{97333BE9-A3B4-478F-98A1-313BE0EED55C}" srcOrd="0" destOrd="0" presId="urn:microsoft.com/office/officeart/2018/5/layout/IconCircleLabelList"/>
    <dgm:cxn modelId="{E56699D9-5EC5-4DB4-A787-B612575518A6}" type="presOf" srcId="{6FCD7B19-ED69-4284-8FA1-03ED4E462AFD}" destId="{82EEA7C7-FE05-46EA-9258-4C69BC824C44}" srcOrd="0" destOrd="0" presId="urn:microsoft.com/office/officeart/2018/5/layout/IconCircleLabelList"/>
    <dgm:cxn modelId="{9BF86AF7-3C70-47DD-9A41-478C3F8B3C19}" srcId="{A20F8027-3DB1-43DB-BF68-E2E4C37E4AD8}" destId="{DCD11A72-66AB-4EA9-A4FF-07089BD8AD7C}" srcOrd="4" destOrd="0" parTransId="{DFF18DA7-506F-4DE0-AD57-4B5F7A881577}" sibTransId="{63A4B2CB-DE8B-4EC8-8779-5062496390FF}"/>
    <dgm:cxn modelId="{9D8379FE-B294-4CC2-B6F8-1109C7F3CD1F}" type="presOf" srcId="{3401D88B-C570-4B79-89FE-3CE49957051D}" destId="{88F2E95E-B4A3-4397-924B-2773015BA763}" srcOrd="0" destOrd="0" presId="urn:microsoft.com/office/officeart/2018/5/layout/IconCircleLabelList"/>
    <dgm:cxn modelId="{F8B4CF6D-304F-45B6-BE8F-8EBF73F68368}" type="presParOf" srcId="{97333BE9-A3B4-478F-98A1-313BE0EED55C}" destId="{CBB1F403-0F05-43D0-BFEC-110A963B0C10}" srcOrd="0" destOrd="0" presId="urn:microsoft.com/office/officeart/2018/5/layout/IconCircleLabelList"/>
    <dgm:cxn modelId="{4AD5EF8C-F3E4-4264-9030-6E17736DCCEE}" type="presParOf" srcId="{CBB1F403-0F05-43D0-BFEC-110A963B0C10}" destId="{B7FC16BC-A849-4E2B-A1D7-8D2BA594F9AE}" srcOrd="0" destOrd="0" presId="urn:microsoft.com/office/officeart/2018/5/layout/IconCircleLabelList"/>
    <dgm:cxn modelId="{6B83828A-64B7-44F1-B861-DA5624B55005}" type="presParOf" srcId="{CBB1F403-0F05-43D0-BFEC-110A963B0C10}" destId="{17FC9F51-8F4A-469B-B171-D2FFC079838A}" srcOrd="1" destOrd="0" presId="urn:microsoft.com/office/officeart/2018/5/layout/IconCircleLabelList"/>
    <dgm:cxn modelId="{08322B97-CE46-4FA2-AC29-83E4BC212259}" type="presParOf" srcId="{CBB1F403-0F05-43D0-BFEC-110A963B0C10}" destId="{8CA083D1-63A3-42EB-BBE6-85A45953F054}" srcOrd="2" destOrd="0" presId="urn:microsoft.com/office/officeart/2018/5/layout/IconCircleLabelList"/>
    <dgm:cxn modelId="{75095D91-396C-45A0-A2B4-3A3EB3BE1A48}" type="presParOf" srcId="{CBB1F403-0F05-43D0-BFEC-110A963B0C10}" destId="{720EA3CF-D904-45CD-A2F4-F8DDAEC2AA83}" srcOrd="3" destOrd="0" presId="urn:microsoft.com/office/officeart/2018/5/layout/IconCircleLabelList"/>
    <dgm:cxn modelId="{D5C91631-7218-4421-9EB7-92AECE0A46EC}" type="presParOf" srcId="{97333BE9-A3B4-478F-98A1-313BE0EED55C}" destId="{9870C68A-6ED9-44D4-A7D6-FC4F02A9DAD5}" srcOrd="1" destOrd="0" presId="urn:microsoft.com/office/officeart/2018/5/layout/IconCircleLabelList"/>
    <dgm:cxn modelId="{596846C1-8FCD-4FFB-817A-E7D0FB7B5BEC}" type="presParOf" srcId="{97333BE9-A3B4-478F-98A1-313BE0EED55C}" destId="{226C713F-A4B1-40ED-ABEA-EF371CAC98B5}" srcOrd="2" destOrd="0" presId="urn:microsoft.com/office/officeart/2018/5/layout/IconCircleLabelList"/>
    <dgm:cxn modelId="{33A54EC7-48D3-4178-8849-788761D73E19}" type="presParOf" srcId="{226C713F-A4B1-40ED-ABEA-EF371CAC98B5}" destId="{36F6FAF2-BF51-4FA6-8EBB-516C511A17D9}" srcOrd="0" destOrd="0" presId="urn:microsoft.com/office/officeart/2018/5/layout/IconCircleLabelList"/>
    <dgm:cxn modelId="{3D10DA7F-45D4-4775-B105-569C07E536C7}" type="presParOf" srcId="{226C713F-A4B1-40ED-ABEA-EF371CAC98B5}" destId="{8DBBDDFB-C4B3-4017-9AC3-0BCAD1CD8E21}" srcOrd="1" destOrd="0" presId="urn:microsoft.com/office/officeart/2018/5/layout/IconCircleLabelList"/>
    <dgm:cxn modelId="{2B8F5866-C57A-4356-B4CA-0C9BC8537FFB}" type="presParOf" srcId="{226C713F-A4B1-40ED-ABEA-EF371CAC98B5}" destId="{C8FE549A-B554-4A32-BFD8-B91EED35F070}" srcOrd="2" destOrd="0" presId="urn:microsoft.com/office/officeart/2018/5/layout/IconCircleLabelList"/>
    <dgm:cxn modelId="{940D904E-F2D4-4AAB-9945-AC62C7C1C342}" type="presParOf" srcId="{226C713F-A4B1-40ED-ABEA-EF371CAC98B5}" destId="{82EEA7C7-FE05-46EA-9258-4C69BC824C44}" srcOrd="3" destOrd="0" presId="urn:microsoft.com/office/officeart/2018/5/layout/IconCircleLabelList"/>
    <dgm:cxn modelId="{B0CF24F9-44E9-493F-BF93-D13494D38705}" type="presParOf" srcId="{97333BE9-A3B4-478F-98A1-313BE0EED55C}" destId="{F5415B71-0E59-464C-9D17-5BB6616C0394}" srcOrd="3" destOrd="0" presId="urn:microsoft.com/office/officeart/2018/5/layout/IconCircleLabelList"/>
    <dgm:cxn modelId="{41AE51AD-F52F-494E-A9B1-B67D7CBFE214}" type="presParOf" srcId="{97333BE9-A3B4-478F-98A1-313BE0EED55C}" destId="{CAC19AD9-E04D-4DC4-A1C7-13A7F32EFB87}" srcOrd="4" destOrd="0" presId="urn:microsoft.com/office/officeart/2018/5/layout/IconCircleLabelList"/>
    <dgm:cxn modelId="{EBBEA2A4-F824-4C35-81B1-5278BA006513}" type="presParOf" srcId="{CAC19AD9-E04D-4DC4-A1C7-13A7F32EFB87}" destId="{78AE622D-8DAC-44FD-A3D1-95A1676035C7}" srcOrd="0" destOrd="0" presId="urn:microsoft.com/office/officeart/2018/5/layout/IconCircleLabelList"/>
    <dgm:cxn modelId="{C3E1B2D1-1BDC-41BA-9C74-4B195B90BDED}" type="presParOf" srcId="{CAC19AD9-E04D-4DC4-A1C7-13A7F32EFB87}" destId="{C5C030DC-BC29-4ABB-8E9C-571BFEF1842F}" srcOrd="1" destOrd="0" presId="urn:microsoft.com/office/officeart/2018/5/layout/IconCircleLabelList"/>
    <dgm:cxn modelId="{F0ECD00E-3412-4454-9D47-9CB7FCA9C880}" type="presParOf" srcId="{CAC19AD9-E04D-4DC4-A1C7-13A7F32EFB87}" destId="{F6029E0C-F70E-4C5B-96DB-83097C755385}" srcOrd="2" destOrd="0" presId="urn:microsoft.com/office/officeart/2018/5/layout/IconCircleLabelList"/>
    <dgm:cxn modelId="{E97C994F-B9A0-4CD7-A7DF-6CF3A67BA54B}" type="presParOf" srcId="{CAC19AD9-E04D-4DC4-A1C7-13A7F32EFB87}" destId="{1703034A-CC31-4907-B742-89B33279581B}" srcOrd="3" destOrd="0" presId="urn:microsoft.com/office/officeart/2018/5/layout/IconCircleLabelList"/>
    <dgm:cxn modelId="{56ECC45F-7D19-4DDE-8215-5AB3B3D19E1E}" type="presParOf" srcId="{97333BE9-A3B4-478F-98A1-313BE0EED55C}" destId="{6072DB07-E36E-4574-ABF3-A4C511FFFC98}" srcOrd="5" destOrd="0" presId="urn:microsoft.com/office/officeart/2018/5/layout/IconCircleLabelList"/>
    <dgm:cxn modelId="{E60C874D-BDF5-4915-988A-2D0C7AA469A2}" type="presParOf" srcId="{97333BE9-A3B4-478F-98A1-313BE0EED55C}" destId="{B7C43F5F-EB82-4E9C-B248-9A33E11B26C7}" srcOrd="6" destOrd="0" presId="urn:microsoft.com/office/officeart/2018/5/layout/IconCircleLabelList"/>
    <dgm:cxn modelId="{B8CBBF1F-0B43-4744-866D-96654149BE99}" type="presParOf" srcId="{B7C43F5F-EB82-4E9C-B248-9A33E11B26C7}" destId="{FCBA99B6-6AC4-441F-8397-444C8E7B9940}" srcOrd="0" destOrd="0" presId="urn:microsoft.com/office/officeart/2018/5/layout/IconCircleLabelList"/>
    <dgm:cxn modelId="{7F352FB9-4BC3-43C6-9195-EE6E1EEAE920}" type="presParOf" srcId="{B7C43F5F-EB82-4E9C-B248-9A33E11B26C7}" destId="{60773065-E330-404F-A95E-9DB1FDEFEB4D}" srcOrd="1" destOrd="0" presId="urn:microsoft.com/office/officeart/2018/5/layout/IconCircleLabelList"/>
    <dgm:cxn modelId="{7DA80183-3D5E-47D5-88D0-B2011BC7D831}" type="presParOf" srcId="{B7C43F5F-EB82-4E9C-B248-9A33E11B26C7}" destId="{A7E6AF0A-4409-4435-B896-615EB645A562}" srcOrd="2" destOrd="0" presId="urn:microsoft.com/office/officeart/2018/5/layout/IconCircleLabelList"/>
    <dgm:cxn modelId="{77D82874-9080-4B75-9402-0ECD3D6EBB09}" type="presParOf" srcId="{B7C43F5F-EB82-4E9C-B248-9A33E11B26C7}" destId="{88F2E95E-B4A3-4397-924B-2773015BA763}" srcOrd="3" destOrd="0" presId="urn:microsoft.com/office/officeart/2018/5/layout/IconCircleLabelList"/>
    <dgm:cxn modelId="{9B4F7491-1BD3-4DA3-A0FE-BC9DA5F5AB52}" type="presParOf" srcId="{97333BE9-A3B4-478F-98A1-313BE0EED55C}" destId="{928980EE-BCED-4827-97ED-92126DC963B0}" srcOrd="7" destOrd="0" presId="urn:microsoft.com/office/officeart/2018/5/layout/IconCircleLabelList"/>
    <dgm:cxn modelId="{7BBFB3EA-3A51-4C92-B6EE-E01466B73CEA}" type="presParOf" srcId="{97333BE9-A3B4-478F-98A1-313BE0EED55C}" destId="{EBE50B34-C9D4-425D-B6F0-C456C3B0B37F}" srcOrd="8" destOrd="0" presId="urn:microsoft.com/office/officeart/2018/5/layout/IconCircleLabelList"/>
    <dgm:cxn modelId="{6D7FC02D-4A78-445B-94AA-D55F43EBF3A6}" type="presParOf" srcId="{EBE50B34-C9D4-425D-B6F0-C456C3B0B37F}" destId="{560B017B-2F61-41FF-A705-1C805950BBB9}" srcOrd="0" destOrd="0" presId="urn:microsoft.com/office/officeart/2018/5/layout/IconCircleLabelList"/>
    <dgm:cxn modelId="{CA60756E-BA07-4399-8678-F40DFB1D7EF8}" type="presParOf" srcId="{EBE50B34-C9D4-425D-B6F0-C456C3B0B37F}" destId="{2694426C-2A23-4845-8C3F-55EF520DCB95}" srcOrd="1" destOrd="0" presId="urn:microsoft.com/office/officeart/2018/5/layout/IconCircleLabelList"/>
    <dgm:cxn modelId="{5803D286-61A7-474E-9AEA-EB7A7702E600}" type="presParOf" srcId="{EBE50B34-C9D4-425D-B6F0-C456C3B0B37F}" destId="{9E472CBF-4FC2-4642-B727-ED1DC2B4B58A}" srcOrd="2" destOrd="0" presId="urn:microsoft.com/office/officeart/2018/5/layout/IconCircleLabelList"/>
    <dgm:cxn modelId="{2D6B6378-77C5-44D7-B768-B566116EF124}" type="presParOf" srcId="{EBE50B34-C9D4-425D-B6F0-C456C3B0B37F}" destId="{00668DB6-2A2A-4A32-B9F9-F9A3AB69358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8E7844-5AF9-4B0F-B876-02BDBD44AADB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E68250-A635-4BEE-85F2-223093490E1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Customer Panel Features:</a:t>
          </a:r>
          <a:endParaRPr lang="en-US"/>
        </a:p>
      </dgm:t>
    </dgm:pt>
    <dgm:pt modelId="{0D647917-31D7-4FD0-A84E-446EB6B4783E}" type="parTrans" cxnId="{9922161F-C09F-46E5-8219-60D71CDA4D71}">
      <dgm:prSet/>
      <dgm:spPr/>
      <dgm:t>
        <a:bodyPr/>
        <a:lstStyle/>
        <a:p>
          <a:endParaRPr lang="en-US"/>
        </a:p>
      </dgm:t>
    </dgm:pt>
    <dgm:pt modelId="{84CCF696-8155-46F9-A5AB-38128DF80766}" type="sibTrans" cxnId="{9922161F-C09F-46E5-8219-60D71CDA4D71}">
      <dgm:prSet/>
      <dgm:spPr/>
      <dgm:t>
        <a:bodyPr/>
        <a:lstStyle/>
        <a:p>
          <a:endParaRPr lang="en-US"/>
        </a:p>
      </dgm:t>
    </dgm:pt>
    <dgm:pt modelId="{5226CFF3-F906-48B8-93FF-7C96446C9E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Customers can apply for bank accounts with automatic account number generation.</a:t>
          </a:r>
          <a:endParaRPr lang="en-US"/>
        </a:p>
      </dgm:t>
    </dgm:pt>
    <dgm:pt modelId="{5A0A53E1-2C9A-403A-911E-FB8F3CE65499}" type="parTrans" cxnId="{0D45D75E-C46D-44D5-8575-DD1305C30454}">
      <dgm:prSet/>
      <dgm:spPr/>
      <dgm:t>
        <a:bodyPr/>
        <a:lstStyle/>
        <a:p>
          <a:endParaRPr lang="en-US"/>
        </a:p>
      </dgm:t>
    </dgm:pt>
    <dgm:pt modelId="{FB46F05A-6635-4E15-BF78-020063F2AF95}" type="sibTrans" cxnId="{0D45D75E-C46D-44D5-8575-DD1305C30454}">
      <dgm:prSet/>
      <dgm:spPr/>
      <dgm:t>
        <a:bodyPr/>
        <a:lstStyle/>
        <a:p>
          <a:endParaRPr lang="en-US"/>
        </a:p>
      </dgm:t>
    </dgm:pt>
    <dgm:pt modelId="{C3AD5F26-7401-4C8D-AD26-C699007F07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Multiple bank accounts per customer supported.</a:t>
          </a:r>
          <a:endParaRPr lang="en-US"/>
        </a:p>
      </dgm:t>
    </dgm:pt>
    <dgm:pt modelId="{7E40C6A4-B820-4270-8D84-82B4CF2A53D0}" type="parTrans" cxnId="{5BE2F2E1-E1CA-4ED7-A989-299BF4939BB1}">
      <dgm:prSet/>
      <dgm:spPr/>
      <dgm:t>
        <a:bodyPr/>
        <a:lstStyle/>
        <a:p>
          <a:endParaRPr lang="en-US"/>
        </a:p>
      </dgm:t>
    </dgm:pt>
    <dgm:pt modelId="{BF8F62CE-CFBF-4363-9569-13D1FFC5C2A9}" type="sibTrans" cxnId="{5BE2F2E1-E1CA-4ED7-A989-299BF4939BB1}">
      <dgm:prSet/>
      <dgm:spPr/>
      <dgm:t>
        <a:bodyPr/>
        <a:lstStyle/>
        <a:p>
          <a:endParaRPr lang="en-US"/>
        </a:p>
      </dgm:t>
    </dgm:pt>
    <dgm:pt modelId="{CB82432C-BA1D-4DF3-8643-B49F6EF7B7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Customers have individual dashboards with records and analytics.</a:t>
          </a:r>
          <a:endParaRPr lang="en-US"/>
        </a:p>
      </dgm:t>
    </dgm:pt>
    <dgm:pt modelId="{4C746FF1-2B30-4CD4-8CA4-07C8860C58D8}" type="parTrans" cxnId="{8475D0CD-2A4E-44B9-886D-8D4FD56C9757}">
      <dgm:prSet/>
      <dgm:spPr/>
      <dgm:t>
        <a:bodyPr/>
        <a:lstStyle/>
        <a:p>
          <a:endParaRPr lang="en-US"/>
        </a:p>
      </dgm:t>
    </dgm:pt>
    <dgm:pt modelId="{904DEC44-1230-4B1D-AC19-899276DE393F}" type="sibTrans" cxnId="{8475D0CD-2A4E-44B9-886D-8D4FD56C9757}">
      <dgm:prSet/>
      <dgm:spPr/>
      <dgm:t>
        <a:bodyPr/>
        <a:lstStyle/>
        <a:p>
          <a:endParaRPr lang="en-US"/>
        </a:p>
      </dgm:t>
    </dgm:pt>
    <dgm:pt modelId="{33CBD76A-ECBA-461A-86C3-EC1AB883E2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Update profiles and passwords.</a:t>
          </a:r>
          <a:endParaRPr lang="en-US"/>
        </a:p>
      </dgm:t>
    </dgm:pt>
    <dgm:pt modelId="{8D5B8886-4E42-41AC-9D42-3347C86B0756}" type="parTrans" cxnId="{31782115-10DD-45D6-8D0B-C06AD77DC5F5}">
      <dgm:prSet/>
      <dgm:spPr/>
      <dgm:t>
        <a:bodyPr/>
        <a:lstStyle/>
        <a:p>
          <a:endParaRPr lang="en-US"/>
        </a:p>
      </dgm:t>
    </dgm:pt>
    <dgm:pt modelId="{69079476-180C-4DDB-86AB-1AEE2BDFFA25}" type="sibTrans" cxnId="{31782115-10DD-45D6-8D0B-C06AD77DC5F5}">
      <dgm:prSet/>
      <dgm:spPr/>
      <dgm:t>
        <a:bodyPr/>
        <a:lstStyle/>
        <a:p>
          <a:endParaRPr lang="en-US"/>
        </a:p>
      </dgm:t>
    </dgm:pt>
    <dgm:pt modelId="{AABB5A88-F1FE-4910-9FEB-50B5713E7C4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Finance Section:</a:t>
          </a:r>
          <a:endParaRPr lang="en-US"/>
        </a:p>
      </dgm:t>
    </dgm:pt>
    <dgm:pt modelId="{FA66A363-7076-4A78-BD49-EE795CE3F652}" type="parTrans" cxnId="{24CC17A8-0EF3-462D-8796-E064EC20C8A6}">
      <dgm:prSet/>
      <dgm:spPr/>
      <dgm:t>
        <a:bodyPr/>
        <a:lstStyle/>
        <a:p>
          <a:endParaRPr lang="en-US"/>
        </a:p>
      </dgm:t>
    </dgm:pt>
    <dgm:pt modelId="{23FFB9E7-7A44-45CC-9313-35E225D53E7B}" type="sibTrans" cxnId="{24CC17A8-0EF3-462D-8796-E064EC20C8A6}">
      <dgm:prSet/>
      <dgm:spPr/>
      <dgm:t>
        <a:bodyPr/>
        <a:lstStyle/>
        <a:p>
          <a:endParaRPr lang="en-US"/>
        </a:p>
      </dgm:t>
    </dgm:pt>
    <dgm:pt modelId="{E6AEE6A4-FE4F-4ADF-B8EB-8D8EF1E806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Four categories: Deposits, Withdrawals, Transfers, and Balance inquiries.</a:t>
          </a:r>
          <a:endParaRPr lang="en-US"/>
        </a:p>
      </dgm:t>
    </dgm:pt>
    <dgm:pt modelId="{9872E447-492A-4E81-9F21-4FFBE86993A8}" type="parTrans" cxnId="{F6C00C35-4318-4EF3-AB50-DB493AFB6704}">
      <dgm:prSet/>
      <dgm:spPr/>
      <dgm:t>
        <a:bodyPr/>
        <a:lstStyle/>
        <a:p>
          <a:endParaRPr lang="en-US"/>
        </a:p>
      </dgm:t>
    </dgm:pt>
    <dgm:pt modelId="{B18C669D-1100-46D8-963C-BB85DE5CD258}" type="sibTrans" cxnId="{F6C00C35-4318-4EF3-AB50-DB493AFB6704}">
      <dgm:prSet/>
      <dgm:spPr/>
      <dgm:t>
        <a:bodyPr/>
        <a:lstStyle/>
        <a:p>
          <a:endParaRPr lang="en-US"/>
        </a:p>
      </dgm:t>
    </dgm:pt>
    <dgm:pt modelId="{068080F5-95B0-4A2C-8C99-75BA222F84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Simple deposit and withdrawal procedures.</a:t>
          </a:r>
          <a:endParaRPr lang="en-US"/>
        </a:p>
      </dgm:t>
    </dgm:pt>
    <dgm:pt modelId="{990E5378-B189-417E-9D8F-61084D39FD1B}" type="parTrans" cxnId="{6FDF37B5-1D01-43B0-B659-EA037FB3BF77}">
      <dgm:prSet/>
      <dgm:spPr/>
      <dgm:t>
        <a:bodyPr/>
        <a:lstStyle/>
        <a:p>
          <a:endParaRPr lang="en-US"/>
        </a:p>
      </dgm:t>
    </dgm:pt>
    <dgm:pt modelId="{F8431087-AFB4-471B-A683-4D4F18001AC9}" type="sibTrans" cxnId="{6FDF37B5-1D01-43B0-B659-EA037FB3BF77}">
      <dgm:prSet/>
      <dgm:spPr/>
      <dgm:t>
        <a:bodyPr/>
        <a:lstStyle/>
        <a:p>
          <a:endParaRPr lang="en-US"/>
        </a:p>
      </dgm:t>
    </dgm:pt>
    <dgm:pt modelId="{85685FB2-B363-417F-8250-E280DEA02E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Easy money transfers to other accounts.</a:t>
          </a:r>
          <a:endParaRPr lang="en-US"/>
        </a:p>
      </dgm:t>
    </dgm:pt>
    <dgm:pt modelId="{17D217C6-59B3-4A84-81A4-8056E3F0CCD1}" type="parTrans" cxnId="{E0BF3224-5F61-472F-A079-85EF0CC0C9BD}">
      <dgm:prSet/>
      <dgm:spPr/>
      <dgm:t>
        <a:bodyPr/>
        <a:lstStyle/>
        <a:p>
          <a:endParaRPr lang="en-US"/>
        </a:p>
      </dgm:t>
    </dgm:pt>
    <dgm:pt modelId="{E7E7B8C4-9926-45BA-A094-4A61B6620311}" type="sibTrans" cxnId="{E0BF3224-5F61-472F-A079-85EF0CC0C9BD}">
      <dgm:prSet/>
      <dgm:spPr/>
      <dgm:t>
        <a:bodyPr/>
        <a:lstStyle/>
        <a:p>
          <a:endParaRPr lang="en-US"/>
        </a:p>
      </dgm:t>
    </dgm:pt>
    <dgm:pt modelId="{D3E751E6-5F2D-453F-9CE8-0B1CD9FD79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Check overall balance and activities.</a:t>
          </a:r>
          <a:endParaRPr lang="en-US"/>
        </a:p>
      </dgm:t>
    </dgm:pt>
    <dgm:pt modelId="{A9DB80FA-B01F-49CA-85B3-9B65BC5C94BB}" type="parTrans" cxnId="{07799765-0338-4757-9885-55A4282A5A64}">
      <dgm:prSet/>
      <dgm:spPr/>
      <dgm:t>
        <a:bodyPr/>
        <a:lstStyle/>
        <a:p>
          <a:endParaRPr lang="en-US"/>
        </a:p>
      </dgm:t>
    </dgm:pt>
    <dgm:pt modelId="{9E303F24-596F-467D-B1B4-B5D8D41B05FA}" type="sibTrans" cxnId="{07799765-0338-4757-9885-55A4282A5A64}">
      <dgm:prSet/>
      <dgm:spPr/>
      <dgm:t>
        <a:bodyPr/>
        <a:lstStyle/>
        <a:p>
          <a:endParaRPr lang="en-US"/>
        </a:p>
      </dgm:t>
    </dgm:pt>
    <dgm:pt modelId="{6ADB04BF-17C5-4CE3-A935-CEFEEF696A02}" type="pres">
      <dgm:prSet presAssocID="{F98E7844-5AF9-4B0F-B876-02BDBD44AADB}" presName="root" presStyleCnt="0">
        <dgm:presLayoutVars>
          <dgm:dir/>
          <dgm:resizeHandles val="exact"/>
        </dgm:presLayoutVars>
      </dgm:prSet>
      <dgm:spPr/>
    </dgm:pt>
    <dgm:pt modelId="{289095E1-5B55-403E-8993-CD0BF0CC53D5}" type="pres">
      <dgm:prSet presAssocID="{1BE68250-A635-4BEE-85F2-223093490E1F}" presName="compNode" presStyleCnt="0"/>
      <dgm:spPr/>
    </dgm:pt>
    <dgm:pt modelId="{422024BC-3E27-4348-91DE-28F1E5F4995F}" type="pres">
      <dgm:prSet presAssocID="{1BE68250-A635-4BEE-85F2-223093490E1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7A6326E3-559B-4FBA-BCAF-0D0B220BC89F}" type="pres">
      <dgm:prSet presAssocID="{1BE68250-A635-4BEE-85F2-223093490E1F}" presName="iconSpace" presStyleCnt="0"/>
      <dgm:spPr/>
    </dgm:pt>
    <dgm:pt modelId="{4DA0F2BE-6A4B-4EF8-A191-64B3200F87EE}" type="pres">
      <dgm:prSet presAssocID="{1BE68250-A635-4BEE-85F2-223093490E1F}" presName="parTx" presStyleLbl="revTx" presStyleIdx="0" presStyleCnt="4">
        <dgm:presLayoutVars>
          <dgm:chMax val="0"/>
          <dgm:chPref val="0"/>
        </dgm:presLayoutVars>
      </dgm:prSet>
      <dgm:spPr/>
    </dgm:pt>
    <dgm:pt modelId="{CD56D659-797F-4B63-9833-DC84537B5692}" type="pres">
      <dgm:prSet presAssocID="{1BE68250-A635-4BEE-85F2-223093490E1F}" presName="txSpace" presStyleCnt="0"/>
      <dgm:spPr/>
    </dgm:pt>
    <dgm:pt modelId="{9878DAFD-E7BB-4F6D-BF4F-4BBA472F3CD6}" type="pres">
      <dgm:prSet presAssocID="{1BE68250-A635-4BEE-85F2-223093490E1F}" presName="desTx" presStyleLbl="revTx" presStyleIdx="1" presStyleCnt="4">
        <dgm:presLayoutVars/>
      </dgm:prSet>
      <dgm:spPr/>
    </dgm:pt>
    <dgm:pt modelId="{B6A0136D-2F92-4AEA-A38A-CB1CB3450132}" type="pres">
      <dgm:prSet presAssocID="{84CCF696-8155-46F9-A5AB-38128DF80766}" presName="sibTrans" presStyleCnt="0"/>
      <dgm:spPr/>
    </dgm:pt>
    <dgm:pt modelId="{66B8B571-2C38-4697-B338-C80A309F6A2F}" type="pres">
      <dgm:prSet presAssocID="{AABB5A88-F1FE-4910-9FEB-50B5713E7C43}" presName="compNode" presStyleCnt="0"/>
      <dgm:spPr/>
    </dgm:pt>
    <dgm:pt modelId="{E4A1A53F-255E-423C-AEC5-017E29A85A05}" type="pres">
      <dgm:prSet presAssocID="{AABB5A88-F1FE-4910-9FEB-50B5713E7C4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EFAB058F-FB52-426B-9975-82C0D3446188}" type="pres">
      <dgm:prSet presAssocID="{AABB5A88-F1FE-4910-9FEB-50B5713E7C43}" presName="iconSpace" presStyleCnt="0"/>
      <dgm:spPr/>
    </dgm:pt>
    <dgm:pt modelId="{B764598D-F666-4F65-887A-8E9148B80C8F}" type="pres">
      <dgm:prSet presAssocID="{AABB5A88-F1FE-4910-9FEB-50B5713E7C43}" presName="parTx" presStyleLbl="revTx" presStyleIdx="2" presStyleCnt="4">
        <dgm:presLayoutVars>
          <dgm:chMax val="0"/>
          <dgm:chPref val="0"/>
        </dgm:presLayoutVars>
      </dgm:prSet>
      <dgm:spPr/>
    </dgm:pt>
    <dgm:pt modelId="{7F1461C4-DA36-4274-885F-9856BAA58ABF}" type="pres">
      <dgm:prSet presAssocID="{AABB5A88-F1FE-4910-9FEB-50B5713E7C43}" presName="txSpace" presStyleCnt="0"/>
      <dgm:spPr/>
    </dgm:pt>
    <dgm:pt modelId="{7D2B4698-6CCD-4070-B544-7251E8202954}" type="pres">
      <dgm:prSet presAssocID="{AABB5A88-F1FE-4910-9FEB-50B5713E7C43}" presName="desTx" presStyleLbl="revTx" presStyleIdx="3" presStyleCnt="4">
        <dgm:presLayoutVars/>
      </dgm:prSet>
      <dgm:spPr/>
    </dgm:pt>
  </dgm:ptLst>
  <dgm:cxnLst>
    <dgm:cxn modelId="{4F2FAC0E-141B-493E-B399-CF0A65A96863}" type="presOf" srcId="{33CBD76A-ECBA-461A-86C3-EC1AB883E224}" destId="{9878DAFD-E7BB-4F6D-BF4F-4BBA472F3CD6}" srcOrd="0" destOrd="3" presId="urn:microsoft.com/office/officeart/2018/2/layout/IconLabelDescriptionList"/>
    <dgm:cxn modelId="{31782115-10DD-45D6-8D0B-C06AD77DC5F5}" srcId="{1BE68250-A635-4BEE-85F2-223093490E1F}" destId="{33CBD76A-ECBA-461A-86C3-EC1AB883E224}" srcOrd="3" destOrd="0" parTransId="{8D5B8886-4E42-41AC-9D42-3347C86B0756}" sibTransId="{69079476-180C-4DDB-86AB-1AEE2BDFFA25}"/>
    <dgm:cxn modelId="{2527FA18-DFA5-43F1-9256-2CB9C255F4E2}" type="presOf" srcId="{1BE68250-A635-4BEE-85F2-223093490E1F}" destId="{4DA0F2BE-6A4B-4EF8-A191-64B3200F87EE}" srcOrd="0" destOrd="0" presId="urn:microsoft.com/office/officeart/2018/2/layout/IconLabelDescriptionList"/>
    <dgm:cxn modelId="{AAA7E01B-71AC-43E0-B0C8-F3BECFD0A524}" type="presOf" srcId="{5226CFF3-F906-48B8-93FF-7C96446C9E59}" destId="{9878DAFD-E7BB-4F6D-BF4F-4BBA472F3CD6}" srcOrd="0" destOrd="0" presId="urn:microsoft.com/office/officeart/2018/2/layout/IconLabelDescriptionList"/>
    <dgm:cxn modelId="{9922161F-C09F-46E5-8219-60D71CDA4D71}" srcId="{F98E7844-5AF9-4B0F-B876-02BDBD44AADB}" destId="{1BE68250-A635-4BEE-85F2-223093490E1F}" srcOrd="0" destOrd="0" parTransId="{0D647917-31D7-4FD0-A84E-446EB6B4783E}" sibTransId="{84CCF696-8155-46F9-A5AB-38128DF80766}"/>
    <dgm:cxn modelId="{E0BF3224-5F61-472F-A079-85EF0CC0C9BD}" srcId="{AABB5A88-F1FE-4910-9FEB-50B5713E7C43}" destId="{85685FB2-B363-417F-8250-E280DEA02EFF}" srcOrd="2" destOrd="0" parTransId="{17D217C6-59B3-4A84-81A4-8056E3F0CCD1}" sibTransId="{E7E7B8C4-9926-45BA-A094-4A61B6620311}"/>
    <dgm:cxn modelId="{F6C00C35-4318-4EF3-AB50-DB493AFB6704}" srcId="{AABB5A88-F1FE-4910-9FEB-50B5713E7C43}" destId="{E6AEE6A4-FE4F-4ADF-B8EB-8D8EF1E8061F}" srcOrd="0" destOrd="0" parTransId="{9872E447-492A-4E81-9F21-4FFBE86993A8}" sibTransId="{B18C669D-1100-46D8-963C-BB85DE5CD258}"/>
    <dgm:cxn modelId="{30D94237-2A06-49AF-BDB1-33377584EF8F}" type="presOf" srcId="{D3E751E6-5F2D-453F-9CE8-0B1CD9FD79CF}" destId="{7D2B4698-6CCD-4070-B544-7251E8202954}" srcOrd="0" destOrd="3" presId="urn:microsoft.com/office/officeart/2018/2/layout/IconLabelDescriptionList"/>
    <dgm:cxn modelId="{15542640-9A31-44BE-BA84-7AB1858ED937}" type="presOf" srcId="{C3AD5F26-7401-4C8D-AD26-C699007F0724}" destId="{9878DAFD-E7BB-4F6D-BF4F-4BBA472F3CD6}" srcOrd="0" destOrd="1" presId="urn:microsoft.com/office/officeart/2018/2/layout/IconLabelDescriptionList"/>
    <dgm:cxn modelId="{5C056C52-1755-41C2-8BAF-F3D0230B936E}" type="presOf" srcId="{E6AEE6A4-FE4F-4ADF-B8EB-8D8EF1E8061F}" destId="{7D2B4698-6CCD-4070-B544-7251E8202954}" srcOrd="0" destOrd="0" presId="urn:microsoft.com/office/officeart/2018/2/layout/IconLabelDescriptionList"/>
    <dgm:cxn modelId="{0D45D75E-C46D-44D5-8575-DD1305C30454}" srcId="{1BE68250-A635-4BEE-85F2-223093490E1F}" destId="{5226CFF3-F906-48B8-93FF-7C96446C9E59}" srcOrd="0" destOrd="0" parTransId="{5A0A53E1-2C9A-403A-911E-FB8F3CE65499}" sibTransId="{FB46F05A-6635-4E15-BF78-020063F2AF95}"/>
    <dgm:cxn modelId="{07799765-0338-4757-9885-55A4282A5A64}" srcId="{AABB5A88-F1FE-4910-9FEB-50B5713E7C43}" destId="{D3E751E6-5F2D-453F-9CE8-0B1CD9FD79CF}" srcOrd="3" destOrd="0" parTransId="{A9DB80FA-B01F-49CA-85B3-9B65BC5C94BB}" sibTransId="{9E303F24-596F-467D-B1B4-B5D8D41B05FA}"/>
    <dgm:cxn modelId="{431AF07D-56B0-4549-8277-7C58F93C9258}" type="presOf" srcId="{AABB5A88-F1FE-4910-9FEB-50B5713E7C43}" destId="{B764598D-F666-4F65-887A-8E9148B80C8F}" srcOrd="0" destOrd="0" presId="urn:microsoft.com/office/officeart/2018/2/layout/IconLabelDescriptionList"/>
    <dgm:cxn modelId="{1DD75788-71FF-4B96-B10A-AC0030405489}" type="presOf" srcId="{CB82432C-BA1D-4DF3-8643-B49F6EF7B7AF}" destId="{9878DAFD-E7BB-4F6D-BF4F-4BBA472F3CD6}" srcOrd="0" destOrd="2" presId="urn:microsoft.com/office/officeart/2018/2/layout/IconLabelDescriptionList"/>
    <dgm:cxn modelId="{2CB6408A-ED90-4CA3-B7AE-725DB3ABDFE7}" type="presOf" srcId="{068080F5-95B0-4A2C-8C99-75BA222F847D}" destId="{7D2B4698-6CCD-4070-B544-7251E8202954}" srcOrd="0" destOrd="1" presId="urn:microsoft.com/office/officeart/2018/2/layout/IconLabelDescriptionList"/>
    <dgm:cxn modelId="{F03A449F-DB36-4E0A-81E2-17B590B234ED}" type="presOf" srcId="{F98E7844-5AF9-4B0F-B876-02BDBD44AADB}" destId="{6ADB04BF-17C5-4CE3-A935-CEFEEF696A02}" srcOrd="0" destOrd="0" presId="urn:microsoft.com/office/officeart/2018/2/layout/IconLabelDescriptionList"/>
    <dgm:cxn modelId="{24CC17A8-0EF3-462D-8796-E064EC20C8A6}" srcId="{F98E7844-5AF9-4B0F-B876-02BDBD44AADB}" destId="{AABB5A88-F1FE-4910-9FEB-50B5713E7C43}" srcOrd="1" destOrd="0" parTransId="{FA66A363-7076-4A78-BD49-EE795CE3F652}" sibTransId="{23FFB9E7-7A44-45CC-9313-35E225D53E7B}"/>
    <dgm:cxn modelId="{CF6CDBB3-8593-4243-B3D3-D8BF233FCE24}" type="presOf" srcId="{85685FB2-B363-417F-8250-E280DEA02EFF}" destId="{7D2B4698-6CCD-4070-B544-7251E8202954}" srcOrd="0" destOrd="2" presId="urn:microsoft.com/office/officeart/2018/2/layout/IconLabelDescriptionList"/>
    <dgm:cxn modelId="{6FDF37B5-1D01-43B0-B659-EA037FB3BF77}" srcId="{AABB5A88-F1FE-4910-9FEB-50B5713E7C43}" destId="{068080F5-95B0-4A2C-8C99-75BA222F847D}" srcOrd="1" destOrd="0" parTransId="{990E5378-B189-417E-9D8F-61084D39FD1B}" sibTransId="{F8431087-AFB4-471B-A683-4D4F18001AC9}"/>
    <dgm:cxn modelId="{8475D0CD-2A4E-44B9-886D-8D4FD56C9757}" srcId="{1BE68250-A635-4BEE-85F2-223093490E1F}" destId="{CB82432C-BA1D-4DF3-8643-B49F6EF7B7AF}" srcOrd="2" destOrd="0" parTransId="{4C746FF1-2B30-4CD4-8CA4-07C8860C58D8}" sibTransId="{904DEC44-1230-4B1D-AC19-899276DE393F}"/>
    <dgm:cxn modelId="{5BE2F2E1-E1CA-4ED7-A989-299BF4939BB1}" srcId="{1BE68250-A635-4BEE-85F2-223093490E1F}" destId="{C3AD5F26-7401-4C8D-AD26-C699007F0724}" srcOrd="1" destOrd="0" parTransId="{7E40C6A4-B820-4270-8D84-82B4CF2A53D0}" sibTransId="{BF8F62CE-CFBF-4363-9569-13D1FFC5C2A9}"/>
    <dgm:cxn modelId="{421A1A71-7900-4A2E-A99B-5FE0E0353DE8}" type="presParOf" srcId="{6ADB04BF-17C5-4CE3-A935-CEFEEF696A02}" destId="{289095E1-5B55-403E-8993-CD0BF0CC53D5}" srcOrd="0" destOrd="0" presId="urn:microsoft.com/office/officeart/2018/2/layout/IconLabelDescriptionList"/>
    <dgm:cxn modelId="{5166F716-449E-4EBB-B0C7-45AB8F1814CD}" type="presParOf" srcId="{289095E1-5B55-403E-8993-CD0BF0CC53D5}" destId="{422024BC-3E27-4348-91DE-28F1E5F4995F}" srcOrd="0" destOrd="0" presId="urn:microsoft.com/office/officeart/2018/2/layout/IconLabelDescriptionList"/>
    <dgm:cxn modelId="{CE481523-1624-447C-8E37-387E09C5C098}" type="presParOf" srcId="{289095E1-5B55-403E-8993-CD0BF0CC53D5}" destId="{7A6326E3-559B-4FBA-BCAF-0D0B220BC89F}" srcOrd="1" destOrd="0" presId="urn:microsoft.com/office/officeart/2018/2/layout/IconLabelDescriptionList"/>
    <dgm:cxn modelId="{0A4C8594-838D-4A4F-BAA3-3CF6B4359973}" type="presParOf" srcId="{289095E1-5B55-403E-8993-CD0BF0CC53D5}" destId="{4DA0F2BE-6A4B-4EF8-A191-64B3200F87EE}" srcOrd="2" destOrd="0" presId="urn:microsoft.com/office/officeart/2018/2/layout/IconLabelDescriptionList"/>
    <dgm:cxn modelId="{F5310F69-82FA-4BE8-A623-F0B432BCEC63}" type="presParOf" srcId="{289095E1-5B55-403E-8993-CD0BF0CC53D5}" destId="{CD56D659-797F-4B63-9833-DC84537B5692}" srcOrd="3" destOrd="0" presId="urn:microsoft.com/office/officeart/2018/2/layout/IconLabelDescriptionList"/>
    <dgm:cxn modelId="{D38F66A8-F347-4E89-8011-D7C7AC1D65CB}" type="presParOf" srcId="{289095E1-5B55-403E-8993-CD0BF0CC53D5}" destId="{9878DAFD-E7BB-4F6D-BF4F-4BBA472F3CD6}" srcOrd="4" destOrd="0" presId="urn:microsoft.com/office/officeart/2018/2/layout/IconLabelDescriptionList"/>
    <dgm:cxn modelId="{CD16846A-E754-491F-B445-1C16436AC409}" type="presParOf" srcId="{6ADB04BF-17C5-4CE3-A935-CEFEEF696A02}" destId="{B6A0136D-2F92-4AEA-A38A-CB1CB3450132}" srcOrd="1" destOrd="0" presId="urn:microsoft.com/office/officeart/2018/2/layout/IconLabelDescriptionList"/>
    <dgm:cxn modelId="{843FAC1D-3AE9-4F26-A609-9322111CFF28}" type="presParOf" srcId="{6ADB04BF-17C5-4CE3-A935-CEFEEF696A02}" destId="{66B8B571-2C38-4697-B338-C80A309F6A2F}" srcOrd="2" destOrd="0" presId="urn:microsoft.com/office/officeart/2018/2/layout/IconLabelDescriptionList"/>
    <dgm:cxn modelId="{BF11F27E-BFAD-412C-8C71-A1300CAC9B25}" type="presParOf" srcId="{66B8B571-2C38-4697-B338-C80A309F6A2F}" destId="{E4A1A53F-255E-423C-AEC5-017E29A85A05}" srcOrd="0" destOrd="0" presId="urn:microsoft.com/office/officeart/2018/2/layout/IconLabelDescriptionList"/>
    <dgm:cxn modelId="{F154E1F1-3B0E-41FA-8FA1-659D6ECECECC}" type="presParOf" srcId="{66B8B571-2C38-4697-B338-C80A309F6A2F}" destId="{EFAB058F-FB52-426B-9975-82C0D3446188}" srcOrd="1" destOrd="0" presId="urn:microsoft.com/office/officeart/2018/2/layout/IconLabelDescriptionList"/>
    <dgm:cxn modelId="{47512F6A-11E7-4D16-8EA7-37E11DD95831}" type="presParOf" srcId="{66B8B571-2C38-4697-B338-C80A309F6A2F}" destId="{B764598D-F666-4F65-887A-8E9148B80C8F}" srcOrd="2" destOrd="0" presId="urn:microsoft.com/office/officeart/2018/2/layout/IconLabelDescriptionList"/>
    <dgm:cxn modelId="{33B9FCCA-72A7-4EA6-AD37-4CD0EBFDA607}" type="presParOf" srcId="{66B8B571-2C38-4697-B338-C80A309F6A2F}" destId="{7F1461C4-DA36-4274-885F-9856BAA58ABF}" srcOrd="3" destOrd="0" presId="urn:microsoft.com/office/officeart/2018/2/layout/IconLabelDescriptionList"/>
    <dgm:cxn modelId="{FBD13E7B-8D96-4794-B898-00A686319394}" type="presParOf" srcId="{66B8B571-2C38-4697-B338-C80A309F6A2F}" destId="{7D2B4698-6CCD-4070-B544-7251E820295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60721BA-475C-497E-BDB3-A7278D5EA048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751232D-835C-4217-9C39-5D3ABBA9E6E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Transaction History and Financial Reports:</a:t>
          </a:r>
          <a:endParaRPr lang="en-US"/>
        </a:p>
      </dgm:t>
    </dgm:pt>
    <dgm:pt modelId="{A8DBB38B-CE3B-4B19-B254-F8D75BD0DBB7}" type="parTrans" cxnId="{3CEAAE5F-6058-4340-AC5A-F1F12506A9E4}">
      <dgm:prSet/>
      <dgm:spPr/>
      <dgm:t>
        <a:bodyPr/>
        <a:lstStyle/>
        <a:p>
          <a:endParaRPr lang="en-US"/>
        </a:p>
      </dgm:t>
    </dgm:pt>
    <dgm:pt modelId="{B1BDB22B-884C-4F25-8072-CA6B98D765FD}" type="sibTrans" cxnId="{3CEAAE5F-6058-4340-AC5A-F1F12506A9E4}">
      <dgm:prSet/>
      <dgm:spPr/>
      <dgm:t>
        <a:bodyPr/>
        <a:lstStyle/>
        <a:p>
          <a:endParaRPr lang="en-US"/>
        </a:p>
      </dgm:t>
    </dgm:pt>
    <dgm:pt modelId="{D7A64576-9A08-4E0A-9413-5258FE373D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Detailed transaction history with transaction codes, account numbers, types, amounts, and timestamps.</a:t>
          </a:r>
          <a:endParaRPr lang="en-US"/>
        </a:p>
      </dgm:t>
    </dgm:pt>
    <dgm:pt modelId="{CC3D162A-4129-4CAF-B919-DCE3ABCEADAF}" type="parTrans" cxnId="{BEF31B90-58C8-4DC2-82E7-BDED97771665}">
      <dgm:prSet/>
      <dgm:spPr/>
      <dgm:t>
        <a:bodyPr/>
        <a:lstStyle/>
        <a:p>
          <a:endParaRPr lang="en-US"/>
        </a:p>
      </dgm:t>
    </dgm:pt>
    <dgm:pt modelId="{3A59C947-795F-4BA8-9A5B-B0EE3164D911}" type="sibTrans" cxnId="{BEF31B90-58C8-4DC2-82E7-BDED97771665}">
      <dgm:prSet/>
      <dgm:spPr/>
      <dgm:t>
        <a:bodyPr/>
        <a:lstStyle/>
        <a:p>
          <a:endParaRPr lang="en-US"/>
        </a:p>
      </dgm:t>
    </dgm:pt>
    <dgm:pt modelId="{7FBB23A2-C2D9-443E-B751-DA3B234915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Financial reports for withdrawals, deposits, and transfers with search function.</a:t>
          </a:r>
          <a:endParaRPr lang="en-US"/>
        </a:p>
      </dgm:t>
    </dgm:pt>
    <dgm:pt modelId="{C5DF645D-A8F8-4095-9F62-CDA91361CBD3}" type="parTrans" cxnId="{07A27028-046A-4724-BEBB-52B2A5B88B8C}">
      <dgm:prSet/>
      <dgm:spPr/>
      <dgm:t>
        <a:bodyPr/>
        <a:lstStyle/>
        <a:p>
          <a:endParaRPr lang="en-US"/>
        </a:p>
      </dgm:t>
    </dgm:pt>
    <dgm:pt modelId="{3F95CC16-984E-4590-9CDE-4374699F2E67}" type="sibTrans" cxnId="{07A27028-046A-4724-BEBB-52B2A5B88B8C}">
      <dgm:prSet/>
      <dgm:spPr/>
      <dgm:t>
        <a:bodyPr/>
        <a:lstStyle/>
        <a:p>
          <a:endParaRPr lang="en-US"/>
        </a:p>
      </dgm:t>
    </dgm:pt>
    <dgm:pt modelId="{EF04ACCB-9678-448C-A4BC-06892905C5E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Admin Panel:</a:t>
          </a:r>
          <a:endParaRPr lang="en-US"/>
        </a:p>
      </dgm:t>
    </dgm:pt>
    <dgm:pt modelId="{123F2D48-7287-49C2-BE44-6216A96244E6}" type="parTrans" cxnId="{1E47C961-78D6-4AB0-91D7-624A4BA3FFF9}">
      <dgm:prSet/>
      <dgm:spPr/>
      <dgm:t>
        <a:bodyPr/>
        <a:lstStyle/>
        <a:p>
          <a:endParaRPr lang="en-US"/>
        </a:p>
      </dgm:t>
    </dgm:pt>
    <dgm:pt modelId="{B193662C-2483-4BE8-8103-1CD6FD9F1ECB}" type="sibTrans" cxnId="{1E47C961-78D6-4AB0-91D7-624A4BA3FFF9}">
      <dgm:prSet/>
      <dgm:spPr/>
      <dgm:t>
        <a:bodyPr/>
        <a:lstStyle/>
        <a:p>
          <a:endParaRPr lang="en-US"/>
        </a:p>
      </dgm:t>
    </dgm:pt>
    <dgm:pt modelId="{6A537DB6-6857-40C7-9EA2-833D6CF26A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Full control for administrators.</a:t>
          </a:r>
          <a:endParaRPr lang="en-US"/>
        </a:p>
      </dgm:t>
    </dgm:pt>
    <dgm:pt modelId="{F8D40910-3EFF-4582-A891-8390DC724B4D}" type="parTrans" cxnId="{705E3CAE-B8EE-4258-BA14-CD407B320209}">
      <dgm:prSet/>
      <dgm:spPr/>
      <dgm:t>
        <a:bodyPr/>
        <a:lstStyle/>
        <a:p>
          <a:endParaRPr lang="en-US"/>
        </a:p>
      </dgm:t>
    </dgm:pt>
    <dgm:pt modelId="{50FB4FE4-8B7B-47F4-BCDC-F41A977569EC}" type="sibTrans" cxnId="{705E3CAE-B8EE-4258-BA14-CD407B320209}">
      <dgm:prSet/>
      <dgm:spPr/>
      <dgm:t>
        <a:bodyPr/>
        <a:lstStyle/>
        <a:p>
          <a:endParaRPr lang="en-US"/>
        </a:p>
      </dgm:t>
    </dgm:pt>
    <dgm:pt modelId="{F0EC69CE-E0C1-4BB8-BBEB-7C6A8CAE84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Manage customers, users, products, and more.</a:t>
          </a:r>
          <a:endParaRPr lang="en-US"/>
        </a:p>
      </dgm:t>
    </dgm:pt>
    <dgm:pt modelId="{E2F898F7-5DAB-4357-93DC-356A97FECF8D}" type="parTrans" cxnId="{F9CC7F9D-82A0-4D24-B7D4-D35619CDA202}">
      <dgm:prSet/>
      <dgm:spPr/>
      <dgm:t>
        <a:bodyPr/>
        <a:lstStyle/>
        <a:p>
          <a:endParaRPr lang="en-US"/>
        </a:p>
      </dgm:t>
    </dgm:pt>
    <dgm:pt modelId="{45599541-1185-4287-BC24-062D4021A178}" type="sibTrans" cxnId="{F9CC7F9D-82A0-4D24-B7D4-D35619CDA202}">
      <dgm:prSet/>
      <dgm:spPr/>
      <dgm:t>
        <a:bodyPr/>
        <a:lstStyle/>
        <a:p>
          <a:endParaRPr lang="en-US"/>
        </a:p>
      </dgm:t>
    </dgm:pt>
    <dgm:pt modelId="{4CE68C98-26BC-47E9-A657-255C0E394F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View overview figures and advanced analytics with pie charts.</a:t>
          </a:r>
          <a:endParaRPr lang="en-US"/>
        </a:p>
      </dgm:t>
    </dgm:pt>
    <dgm:pt modelId="{382C0E9D-04A1-4668-8CCD-E1840E285D7D}" type="parTrans" cxnId="{5F94092A-64EF-4D59-B230-A684231063C8}">
      <dgm:prSet/>
      <dgm:spPr/>
      <dgm:t>
        <a:bodyPr/>
        <a:lstStyle/>
        <a:p>
          <a:endParaRPr lang="en-US"/>
        </a:p>
      </dgm:t>
    </dgm:pt>
    <dgm:pt modelId="{B0627C9F-A1CF-42DE-A41B-929154AEA10E}" type="sibTrans" cxnId="{5F94092A-64EF-4D59-B230-A684231063C8}">
      <dgm:prSet/>
      <dgm:spPr/>
      <dgm:t>
        <a:bodyPr/>
        <a:lstStyle/>
        <a:p>
          <a:endParaRPr lang="en-US"/>
        </a:p>
      </dgm:t>
    </dgm:pt>
    <dgm:pt modelId="{71DAEDDA-DC0A-4A0D-90A0-FF63B414D3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Check latest transactions.</a:t>
          </a:r>
          <a:endParaRPr lang="en-US"/>
        </a:p>
      </dgm:t>
    </dgm:pt>
    <dgm:pt modelId="{17560E4D-C108-47A6-9D96-1752B02A5602}" type="parTrans" cxnId="{EE7837AF-4400-4245-90D1-9882975AF6AA}">
      <dgm:prSet/>
      <dgm:spPr/>
      <dgm:t>
        <a:bodyPr/>
        <a:lstStyle/>
        <a:p>
          <a:endParaRPr lang="en-US"/>
        </a:p>
      </dgm:t>
    </dgm:pt>
    <dgm:pt modelId="{DED45273-C7FB-445C-BD43-CC6E8DC06349}" type="sibTrans" cxnId="{EE7837AF-4400-4245-90D1-9882975AF6AA}">
      <dgm:prSet/>
      <dgm:spPr/>
      <dgm:t>
        <a:bodyPr/>
        <a:lstStyle/>
        <a:p>
          <a:endParaRPr lang="en-US"/>
        </a:p>
      </dgm:t>
    </dgm:pt>
    <dgm:pt modelId="{26EA6855-66D3-40A3-AC4C-1D856DA0D411}" type="pres">
      <dgm:prSet presAssocID="{A60721BA-475C-497E-BDB3-A7278D5EA048}" presName="root" presStyleCnt="0">
        <dgm:presLayoutVars>
          <dgm:dir/>
          <dgm:resizeHandles val="exact"/>
        </dgm:presLayoutVars>
      </dgm:prSet>
      <dgm:spPr/>
    </dgm:pt>
    <dgm:pt modelId="{BC39DA65-A1D8-4A50-B33B-502DDED8A75B}" type="pres">
      <dgm:prSet presAssocID="{0751232D-835C-4217-9C39-5D3ABBA9E6E3}" presName="compNode" presStyleCnt="0"/>
      <dgm:spPr/>
    </dgm:pt>
    <dgm:pt modelId="{EA3BC876-254E-4D30-A2D4-9722F7F4C5CE}" type="pres">
      <dgm:prSet presAssocID="{0751232D-835C-4217-9C39-5D3ABBA9E6E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3C0649FF-7748-4D07-A457-28382258AB0F}" type="pres">
      <dgm:prSet presAssocID="{0751232D-835C-4217-9C39-5D3ABBA9E6E3}" presName="iconSpace" presStyleCnt="0"/>
      <dgm:spPr/>
    </dgm:pt>
    <dgm:pt modelId="{57C669C9-E42C-402F-92A6-11F26406618A}" type="pres">
      <dgm:prSet presAssocID="{0751232D-835C-4217-9C39-5D3ABBA9E6E3}" presName="parTx" presStyleLbl="revTx" presStyleIdx="0" presStyleCnt="4">
        <dgm:presLayoutVars>
          <dgm:chMax val="0"/>
          <dgm:chPref val="0"/>
        </dgm:presLayoutVars>
      </dgm:prSet>
      <dgm:spPr/>
    </dgm:pt>
    <dgm:pt modelId="{DFC63814-4775-4824-8CCC-2107AE5BE597}" type="pres">
      <dgm:prSet presAssocID="{0751232D-835C-4217-9C39-5D3ABBA9E6E3}" presName="txSpace" presStyleCnt="0"/>
      <dgm:spPr/>
    </dgm:pt>
    <dgm:pt modelId="{1F47A855-9AC8-46CA-9277-D9573FE54DC7}" type="pres">
      <dgm:prSet presAssocID="{0751232D-835C-4217-9C39-5D3ABBA9E6E3}" presName="desTx" presStyleLbl="revTx" presStyleIdx="1" presStyleCnt="4">
        <dgm:presLayoutVars/>
      </dgm:prSet>
      <dgm:spPr/>
    </dgm:pt>
    <dgm:pt modelId="{C73F9F95-5CFA-4CE7-986E-C25F7983049D}" type="pres">
      <dgm:prSet presAssocID="{B1BDB22B-884C-4F25-8072-CA6B98D765FD}" presName="sibTrans" presStyleCnt="0"/>
      <dgm:spPr/>
    </dgm:pt>
    <dgm:pt modelId="{60223A24-38A6-490E-9365-C538B658D61C}" type="pres">
      <dgm:prSet presAssocID="{EF04ACCB-9678-448C-A4BC-06892905C5EB}" presName="compNode" presStyleCnt="0"/>
      <dgm:spPr/>
    </dgm:pt>
    <dgm:pt modelId="{09F3A74F-A546-4A97-A725-B0F2A86CE7A9}" type="pres">
      <dgm:prSet presAssocID="{EF04ACCB-9678-448C-A4BC-06892905C5E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CDC386AB-4BF7-46E4-A165-01B77CBF63A5}" type="pres">
      <dgm:prSet presAssocID="{EF04ACCB-9678-448C-A4BC-06892905C5EB}" presName="iconSpace" presStyleCnt="0"/>
      <dgm:spPr/>
    </dgm:pt>
    <dgm:pt modelId="{96FBA830-C84A-4C01-9E04-0E8EEEB612C2}" type="pres">
      <dgm:prSet presAssocID="{EF04ACCB-9678-448C-A4BC-06892905C5EB}" presName="parTx" presStyleLbl="revTx" presStyleIdx="2" presStyleCnt="4">
        <dgm:presLayoutVars>
          <dgm:chMax val="0"/>
          <dgm:chPref val="0"/>
        </dgm:presLayoutVars>
      </dgm:prSet>
      <dgm:spPr/>
    </dgm:pt>
    <dgm:pt modelId="{2E5AB92C-A38C-43B5-BF0F-D6F297152715}" type="pres">
      <dgm:prSet presAssocID="{EF04ACCB-9678-448C-A4BC-06892905C5EB}" presName="txSpace" presStyleCnt="0"/>
      <dgm:spPr/>
    </dgm:pt>
    <dgm:pt modelId="{9067459A-6B55-40BB-B7EF-ACB7E201C31B}" type="pres">
      <dgm:prSet presAssocID="{EF04ACCB-9678-448C-A4BC-06892905C5EB}" presName="desTx" presStyleLbl="revTx" presStyleIdx="3" presStyleCnt="4">
        <dgm:presLayoutVars/>
      </dgm:prSet>
      <dgm:spPr/>
    </dgm:pt>
  </dgm:ptLst>
  <dgm:cxnLst>
    <dgm:cxn modelId="{7D101915-0AC1-4737-9BBB-CC79FACF54A6}" type="presOf" srcId="{71DAEDDA-DC0A-4A0D-90A0-FF63B414D355}" destId="{9067459A-6B55-40BB-B7EF-ACB7E201C31B}" srcOrd="0" destOrd="3" presId="urn:microsoft.com/office/officeart/2018/2/layout/IconLabelDescriptionList"/>
    <dgm:cxn modelId="{07A27028-046A-4724-BEBB-52B2A5B88B8C}" srcId="{0751232D-835C-4217-9C39-5D3ABBA9E6E3}" destId="{7FBB23A2-C2D9-443E-B751-DA3B23491529}" srcOrd="1" destOrd="0" parTransId="{C5DF645D-A8F8-4095-9F62-CDA91361CBD3}" sibTransId="{3F95CC16-984E-4590-9CDE-4374699F2E67}"/>
    <dgm:cxn modelId="{5F94092A-64EF-4D59-B230-A684231063C8}" srcId="{EF04ACCB-9678-448C-A4BC-06892905C5EB}" destId="{4CE68C98-26BC-47E9-A657-255C0E394FFD}" srcOrd="2" destOrd="0" parTransId="{382C0E9D-04A1-4668-8CCD-E1840E285D7D}" sibTransId="{B0627C9F-A1CF-42DE-A41B-929154AEA10E}"/>
    <dgm:cxn modelId="{5F59EB4E-BFAD-4A60-B109-2041C372B630}" type="presOf" srcId="{4CE68C98-26BC-47E9-A657-255C0E394FFD}" destId="{9067459A-6B55-40BB-B7EF-ACB7E201C31B}" srcOrd="0" destOrd="2" presId="urn:microsoft.com/office/officeart/2018/2/layout/IconLabelDescriptionList"/>
    <dgm:cxn modelId="{3CEAAE5F-6058-4340-AC5A-F1F12506A9E4}" srcId="{A60721BA-475C-497E-BDB3-A7278D5EA048}" destId="{0751232D-835C-4217-9C39-5D3ABBA9E6E3}" srcOrd="0" destOrd="0" parTransId="{A8DBB38B-CE3B-4B19-B254-F8D75BD0DBB7}" sibTransId="{B1BDB22B-884C-4F25-8072-CA6B98D765FD}"/>
    <dgm:cxn modelId="{1E47C961-78D6-4AB0-91D7-624A4BA3FFF9}" srcId="{A60721BA-475C-497E-BDB3-A7278D5EA048}" destId="{EF04ACCB-9678-448C-A4BC-06892905C5EB}" srcOrd="1" destOrd="0" parTransId="{123F2D48-7287-49C2-BE44-6216A96244E6}" sibTransId="{B193662C-2483-4BE8-8103-1CD6FD9F1ECB}"/>
    <dgm:cxn modelId="{76E06E81-43F8-4699-8AFE-386FE2136668}" type="presOf" srcId="{F0EC69CE-E0C1-4BB8-BBEB-7C6A8CAE849F}" destId="{9067459A-6B55-40BB-B7EF-ACB7E201C31B}" srcOrd="0" destOrd="1" presId="urn:microsoft.com/office/officeart/2018/2/layout/IconLabelDescriptionList"/>
    <dgm:cxn modelId="{5404DB86-14C2-48DF-9B36-029818C19E9B}" type="presOf" srcId="{6A537DB6-6857-40C7-9EA2-833D6CF26A16}" destId="{9067459A-6B55-40BB-B7EF-ACB7E201C31B}" srcOrd="0" destOrd="0" presId="urn:microsoft.com/office/officeart/2018/2/layout/IconLabelDescriptionList"/>
    <dgm:cxn modelId="{BEF31B90-58C8-4DC2-82E7-BDED97771665}" srcId="{0751232D-835C-4217-9C39-5D3ABBA9E6E3}" destId="{D7A64576-9A08-4E0A-9413-5258FE373D53}" srcOrd="0" destOrd="0" parTransId="{CC3D162A-4129-4CAF-B919-DCE3ABCEADAF}" sibTransId="{3A59C947-795F-4BA8-9A5B-B0EE3164D911}"/>
    <dgm:cxn modelId="{F9CC7F9D-82A0-4D24-B7D4-D35619CDA202}" srcId="{EF04ACCB-9678-448C-A4BC-06892905C5EB}" destId="{F0EC69CE-E0C1-4BB8-BBEB-7C6A8CAE849F}" srcOrd="1" destOrd="0" parTransId="{E2F898F7-5DAB-4357-93DC-356A97FECF8D}" sibTransId="{45599541-1185-4287-BC24-062D4021A178}"/>
    <dgm:cxn modelId="{BDCE7EA1-B6D2-44A9-A8B4-BA049832D811}" type="presOf" srcId="{7FBB23A2-C2D9-443E-B751-DA3B23491529}" destId="{1F47A855-9AC8-46CA-9277-D9573FE54DC7}" srcOrd="0" destOrd="1" presId="urn:microsoft.com/office/officeart/2018/2/layout/IconLabelDescriptionList"/>
    <dgm:cxn modelId="{705E3CAE-B8EE-4258-BA14-CD407B320209}" srcId="{EF04ACCB-9678-448C-A4BC-06892905C5EB}" destId="{6A537DB6-6857-40C7-9EA2-833D6CF26A16}" srcOrd="0" destOrd="0" parTransId="{F8D40910-3EFF-4582-A891-8390DC724B4D}" sibTransId="{50FB4FE4-8B7B-47F4-BCDC-F41A977569EC}"/>
    <dgm:cxn modelId="{34EF31AF-C338-486F-8C6C-8CA337725F2C}" type="presOf" srcId="{EF04ACCB-9678-448C-A4BC-06892905C5EB}" destId="{96FBA830-C84A-4C01-9E04-0E8EEEB612C2}" srcOrd="0" destOrd="0" presId="urn:microsoft.com/office/officeart/2018/2/layout/IconLabelDescriptionList"/>
    <dgm:cxn modelId="{EE7837AF-4400-4245-90D1-9882975AF6AA}" srcId="{EF04ACCB-9678-448C-A4BC-06892905C5EB}" destId="{71DAEDDA-DC0A-4A0D-90A0-FF63B414D355}" srcOrd="3" destOrd="0" parTransId="{17560E4D-C108-47A6-9D96-1752B02A5602}" sibTransId="{DED45273-C7FB-445C-BD43-CC6E8DC06349}"/>
    <dgm:cxn modelId="{CF3118C1-27B9-412A-BB22-B211E9A98849}" type="presOf" srcId="{A60721BA-475C-497E-BDB3-A7278D5EA048}" destId="{26EA6855-66D3-40A3-AC4C-1D856DA0D411}" srcOrd="0" destOrd="0" presId="urn:microsoft.com/office/officeart/2018/2/layout/IconLabelDescriptionList"/>
    <dgm:cxn modelId="{A8EFBBEA-916E-4340-B59A-307518F7F690}" type="presOf" srcId="{D7A64576-9A08-4E0A-9413-5258FE373D53}" destId="{1F47A855-9AC8-46CA-9277-D9573FE54DC7}" srcOrd="0" destOrd="0" presId="urn:microsoft.com/office/officeart/2018/2/layout/IconLabelDescriptionList"/>
    <dgm:cxn modelId="{CF9BF6F1-620B-4DC7-B087-046D1E5BF0E7}" type="presOf" srcId="{0751232D-835C-4217-9C39-5D3ABBA9E6E3}" destId="{57C669C9-E42C-402F-92A6-11F26406618A}" srcOrd="0" destOrd="0" presId="urn:microsoft.com/office/officeart/2018/2/layout/IconLabelDescriptionList"/>
    <dgm:cxn modelId="{9D09C582-F123-4C7A-9C26-34F1FE4B956D}" type="presParOf" srcId="{26EA6855-66D3-40A3-AC4C-1D856DA0D411}" destId="{BC39DA65-A1D8-4A50-B33B-502DDED8A75B}" srcOrd="0" destOrd="0" presId="urn:microsoft.com/office/officeart/2018/2/layout/IconLabelDescriptionList"/>
    <dgm:cxn modelId="{A81F677A-3A21-4F48-9DE5-CBF7AE118E04}" type="presParOf" srcId="{BC39DA65-A1D8-4A50-B33B-502DDED8A75B}" destId="{EA3BC876-254E-4D30-A2D4-9722F7F4C5CE}" srcOrd="0" destOrd="0" presId="urn:microsoft.com/office/officeart/2018/2/layout/IconLabelDescriptionList"/>
    <dgm:cxn modelId="{65AB9675-6F3A-4546-85B2-B4FBA9F002CB}" type="presParOf" srcId="{BC39DA65-A1D8-4A50-B33B-502DDED8A75B}" destId="{3C0649FF-7748-4D07-A457-28382258AB0F}" srcOrd="1" destOrd="0" presId="urn:microsoft.com/office/officeart/2018/2/layout/IconLabelDescriptionList"/>
    <dgm:cxn modelId="{26251060-220C-470B-9049-25AA737BF0AD}" type="presParOf" srcId="{BC39DA65-A1D8-4A50-B33B-502DDED8A75B}" destId="{57C669C9-E42C-402F-92A6-11F26406618A}" srcOrd="2" destOrd="0" presId="urn:microsoft.com/office/officeart/2018/2/layout/IconLabelDescriptionList"/>
    <dgm:cxn modelId="{3FDE221F-EE61-49AF-999B-4D8E58166AE6}" type="presParOf" srcId="{BC39DA65-A1D8-4A50-B33B-502DDED8A75B}" destId="{DFC63814-4775-4824-8CCC-2107AE5BE597}" srcOrd="3" destOrd="0" presId="urn:microsoft.com/office/officeart/2018/2/layout/IconLabelDescriptionList"/>
    <dgm:cxn modelId="{7DD0C285-D01C-4BAA-B64A-6B72D0E0177C}" type="presParOf" srcId="{BC39DA65-A1D8-4A50-B33B-502DDED8A75B}" destId="{1F47A855-9AC8-46CA-9277-D9573FE54DC7}" srcOrd="4" destOrd="0" presId="urn:microsoft.com/office/officeart/2018/2/layout/IconLabelDescriptionList"/>
    <dgm:cxn modelId="{1813E1B4-3757-41E2-9A02-5E1209CD70FF}" type="presParOf" srcId="{26EA6855-66D3-40A3-AC4C-1D856DA0D411}" destId="{C73F9F95-5CFA-4CE7-986E-C25F7983049D}" srcOrd="1" destOrd="0" presId="urn:microsoft.com/office/officeart/2018/2/layout/IconLabelDescriptionList"/>
    <dgm:cxn modelId="{707B4D87-3214-4216-9C68-FF3B4D85EF70}" type="presParOf" srcId="{26EA6855-66D3-40A3-AC4C-1D856DA0D411}" destId="{60223A24-38A6-490E-9365-C538B658D61C}" srcOrd="2" destOrd="0" presId="urn:microsoft.com/office/officeart/2018/2/layout/IconLabelDescriptionList"/>
    <dgm:cxn modelId="{5CF69712-8DC2-48DB-ACF1-A0DA9090B98B}" type="presParOf" srcId="{60223A24-38A6-490E-9365-C538B658D61C}" destId="{09F3A74F-A546-4A97-A725-B0F2A86CE7A9}" srcOrd="0" destOrd="0" presId="urn:microsoft.com/office/officeart/2018/2/layout/IconLabelDescriptionList"/>
    <dgm:cxn modelId="{82CAB07F-4202-4413-AEDC-EFB814B55A43}" type="presParOf" srcId="{60223A24-38A6-490E-9365-C538B658D61C}" destId="{CDC386AB-4BF7-46E4-A165-01B77CBF63A5}" srcOrd="1" destOrd="0" presId="urn:microsoft.com/office/officeart/2018/2/layout/IconLabelDescriptionList"/>
    <dgm:cxn modelId="{AD6608E9-0D34-4034-8E00-29288893A21F}" type="presParOf" srcId="{60223A24-38A6-490E-9365-C538B658D61C}" destId="{96FBA830-C84A-4C01-9E04-0E8EEEB612C2}" srcOrd="2" destOrd="0" presId="urn:microsoft.com/office/officeart/2018/2/layout/IconLabelDescriptionList"/>
    <dgm:cxn modelId="{F7AE9AE8-4E97-4884-B026-836A75F5F84F}" type="presParOf" srcId="{60223A24-38A6-490E-9365-C538B658D61C}" destId="{2E5AB92C-A38C-43B5-BF0F-D6F297152715}" srcOrd="3" destOrd="0" presId="urn:microsoft.com/office/officeart/2018/2/layout/IconLabelDescriptionList"/>
    <dgm:cxn modelId="{077BFAD4-0063-461A-B89B-0C514BA6DDFB}" type="presParOf" srcId="{60223A24-38A6-490E-9365-C538B658D61C}" destId="{9067459A-6B55-40BB-B7EF-ACB7E201C31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17E692-4D52-4C49-B6BF-0E5628D1482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E1DDDF7-FDC6-40D5-96A4-57D38FC8DA61}">
      <dgm:prSet/>
      <dgm:spPr/>
      <dgm:t>
        <a:bodyPr/>
        <a:lstStyle/>
        <a:p>
          <a:pPr>
            <a:defRPr b="1"/>
          </a:pPr>
          <a:r>
            <a:rPr lang="en-US" b="0" i="0"/>
            <a:t>Staff and Client Management:</a:t>
          </a:r>
          <a:endParaRPr lang="en-US"/>
        </a:p>
      </dgm:t>
    </dgm:pt>
    <dgm:pt modelId="{C89334C1-7E77-4284-838C-67E4C2C7DBD1}" type="parTrans" cxnId="{A74DB633-0218-46DF-BCFF-A0AE16CA693D}">
      <dgm:prSet/>
      <dgm:spPr/>
      <dgm:t>
        <a:bodyPr/>
        <a:lstStyle/>
        <a:p>
          <a:endParaRPr lang="en-US"/>
        </a:p>
      </dgm:t>
    </dgm:pt>
    <dgm:pt modelId="{7D74BCED-7429-405D-B99D-DC35647AF315}" type="sibTrans" cxnId="{A74DB633-0218-46DF-BCFF-A0AE16CA693D}">
      <dgm:prSet/>
      <dgm:spPr/>
      <dgm:t>
        <a:bodyPr/>
        <a:lstStyle/>
        <a:p>
          <a:endParaRPr lang="en-US"/>
        </a:p>
      </dgm:t>
    </dgm:pt>
    <dgm:pt modelId="{E0963B49-EFCD-429D-8F49-F20904041B73}">
      <dgm:prSet/>
      <dgm:spPr/>
      <dgm:t>
        <a:bodyPr/>
        <a:lstStyle/>
        <a:p>
          <a:r>
            <a:rPr lang="en-US" b="0" i="0"/>
            <a:t>Admin can manage staff and client members.</a:t>
          </a:r>
          <a:endParaRPr lang="en-US"/>
        </a:p>
      </dgm:t>
    </dgm:pt>
    <dgm:pt modelId="{972BC15B-6D2B-42BF-B241-70382CA5C11A}" type="parTrans" cxnId="{F9EF7A2B-5BBE-4B0F-B265-AF226E7C5ECB}">
      <dgm:prSet/>
      <dgm:spPr/>
      <dgm:t>
        <a:bodyPr/>
        <a:lstStyle/>
        <a:p>
          <a:endParaRPr lang="en-US"/>
        </a:p>
      </dgm:t>
    </dgm:pt>
    <dgm:pt modelId="{76C91181-0CFA-49ED-999E-1DA84F16D4DB}" type="sibTrans" cxnId="{F9EF7A2B-5BBE-4B0F-B265-AF226E7C5ECB}">
      <dgm:prSet/>
      <dgm:spPr/>
      <dgm:t>
        <a:bodyPr/>
        <a:lstStyle/>
        <a:p>
          <a:endParaRPr lang="en-US"/>
        </a:p>
      </dgm:t>
    </dgm:pt>
    <dgm:pt modelId="{1824E22E-2A4E-4384-8F10-EC52C6652117}">
      <dgm:prSet/>
      <dgm:spPr/>
      <dgm:t>
        <a:bodyPr/>
        <a:lstStyle/>
        <a:p>
          <a:r>
            <a:rPr lang="en-US" b="0" i="0"/>
            <a:t>Simple registration process for staff with login details.</a:t>
          </a:r>
          <a:endParaRPr lang="en-US"/>
        </a:p>
      </dgm:t>
    </dgm:pt>
    <dgm:pt modelId="{9A85F153-9E96-4B92-A32A-CB06DE6100F9}" type="parTrans" cxnId="{76687AE7-023D-40AA-A785-C7E85EA57208}">
      <dgm:prSet/>
      <dgm:spPr/>
      <dgm:t>
        <a:bodyPr/>
        <a:lstStyle/>
        <a:p>
          <a:endParaRPr lang="en-US"/>
        </a:p>
      </dgm:t>
    </dgm:pt>
    <dgm:pt modelId="{2C1DFE64-A5F0-49CF-AE57-C6B97AC7D8D6}" type="sibTrans" cxnId="{76687AE7-023D-40AA-A785-C7E85EA57208}">
      <dgm:prSet/>
      <dgm:spPr/>
      <dgm:t>
        <a:bodyPr/>
        <a:lstStyle/>
        <a:p>
          <a:endParaRPr lang="en-US"/>
        </a:p>
      </dgm:t>
    </dgm:pt>
    <dgm:pt modelId="{02CB5707-3DCD-42CF-98BF-1FB47645D99F}">
      <dgm:prSet/>
      <dgm:spPr/>
      <dgm:t>
        <a:bodyPr/>
        <a:lstStyle/>
        <a:p>
          <a:r>
            <a:rPr lang="en-US" b="0" i="0"/>
            <a:t>Client registration with login details and profile picture.</a:t>
          </a:r>
          <a:endParaRPr lang="en-US"/>
        </a:p>
      </dgm:t>
    </dgm:pt>
    <dgm:pt modelId="{A00DC749-164C-4C67-A689-257FEDD37F83}" type="parTrans" cxnId="{83BDD52C-EB5A-44C7-B8DC-D7B992416385}">
      <dgm:prSet/>
      <dgm:spPr/>
      <dgm:t>
        <a:bodyPr/>
        <a:lstStyle/>
        <a:p>
          <a:endParaRPr lang="en-US"/>
        </a:p>
      </dgm:t>
    </dgm:pt>
    <dgm:pt modelId="{AFC42212-DBBE-4939-9C56-ACA685B6F244}" type="sibTrans" cxnId="{83BDD52C-EB5A-44C7-B8DC-D7B992416385}">
      <dgm:prSet/>
      <dgm:spPr/>
      <dgm:t>
        <a:bodyPr/>
        <a:lstStyle/>
        <a:p>
          <a:endParaRPr lang="en-US"/>
        </a:p>
      </dgm:t>
    </dgm:pt>
    <dgm:pt modelId="{3EFAF871-879C-4FFC-B82C-60B956ACF348}">
      <dgm:prSet/>
      <dgm:spPr/>
      <dgm:t>
        <a:bodyPr/>
        <a:lstStyle/>
        <a:p>
          <a:pPr>
            <a:defRPr b="1"/>
          </a:pPr>
          <a:r>
            <a:rPr lang="en-US" b="0" i="0"/>
            <a:t>Accounts Section:</a:t>
          </a:r>
          <a:endParaRPr lang="en-US"/>
        </a:p>
      </dgm:t>
    </dgm:pt>
    <dgm:pt modelId="{3294C392-239A-4734-B2D8-E4D40AAB5E49}" type="parTrans" cxnId="{78EE781F-F662-4D5A-823E-3E09CBB889C8}">
      <dgm:prSet/>
      <dgm:spPr/>
      <dgm:t>
        <a:bodyPr/>
        <a:lstStyle/>
        <a:p>
          <a:endParaRPr lang="en-US"/>
        </a:p>
      </dgm:t>
    </dgm:pt>
    <dgm:pt modelId="{5ADA9F0C-2DFD-4CC3-A0E0-D2337D54526C}" type="sibTrans" cxnId="{78EE781F-F662-4D5A-823E-3E09CBB889C8}">
      <dgm:prSet/>
      <dgm:spPr/>
      <dgm:t>
        <a:bodyPr/>
        <a:lstStyle/>
        <a:p>
          <a:endParaRPr lang="en-US"/>
        </a:p>
      </dgm:t>
    </dgm:pt>
    <dgm:pt modelId="{47E8D4A5-9D62-431B-97E0-C46EAD9082F9}">
      <dgm:prSet/>
      <dgm:spPr/>
      <dgm:t>
        <a:bodyPr/>
        <a:lstStyle/>
        <a:p>
          <a:r>
            <a:rPr lang="en-US" b="0" i="0"/>
            <a:t>Admin can add and manage account types.</a:t>
          </a:r>
          <a:endParaRPr lang="en-US"/>
        </a:p>
      </dgm:t>
    </dgm:pt>
    <dgm:pt modelId="{AB74AB6A-A956-4BA3-85F7-68BEFD748F5D}" type="parTrans" cxnId="{EAE58A77-0B2D-412C-8E6F-300DB661AE49}">
      <dgm:prSet/>
      <dgm:spPr/>
      <dgm:t>
        <a:bodyPr/>
        <a:lstStyle/>
        <a:p>
          <a:endParaRPr lang="en-US"/>
        </a:p>
      </dgm:t>
    </dgm:pt>
    <dgm:pt modelId="{E4C8726D-AEAF-4284-ACD1-37AE09F82164}" type="sibTrans" cxnId="{EAE58A77-0B2D-412C-8E6F-300DB661AE49}">
      <dgm:prSet/>
      <dgm:spPr/>
      <dgm:t>
        <a:bodyPr/>
        <a:lstStyle/>
        <a:p>
          <a:endParaRPr lang="en-US"/>
        </a:p>
      </dgm:t>
    </dgm:pt>
    <dgm:pt modelId="{EECC5DD8-EF06-4FCA-B800-BD82FC0ADF1B}">
      <dgm:prSet/>
      <dgm:spPr/>
      <dgm:t>
        <a:bodyPr/>
        <a:lstStyle/>
        <a:p>
          <a:r>
            <a:rPr lang="en-US" b="0" i="0"/>
            <a:t>Account types have names, rates per year, and descriptions.</a:t>
          </a:r>
          <a:endParaRPr lang="en-US"/>
        </a:p>
      </dgm:t>
    </dgm:pt>
    <dgm:pt modelId="{E8CD5368-8567-4108-BC7D-476B1E9857DD}" type="parTrans" cxnId="{74CD51C5-3E1E-4E8C-8FC3-89650E7035F2}">
      <dgm:prSet/>
      <dgm:spPr/>
      <dgm:t>
        <a:bodyPr/>
        <a:lstStyle/>
        <a:p>
          <a:endParaRPr lang="en-US"/>
        </a:p>
      </dgm:t>
    </dgm:pt>
    <dgm:pt modelId="{7ADA192F-C1C9-4EA7-AAB3-6BC9BF06FE44}" type="sibTrans" cxnId="{74CD51C5-3E1E-4E8C-8FC3-89650E7035F2}">
      <dgm:prSet/>
      <dgm:spPr/>
      <dgm:t>
        <a:bodyPr/>
        <a:lstStyle/>
        <a:p>
          <a:endParaRPr lang="en-US"/>
        </a:p>
      </dgm:t>
    </dgm:pt>
    <dgm:pt modelId="{E6C657DB-EEAE-4DD7-AC30-F45648F95ADE}">
      <dgm:prSet/>
      <dgm:spPr/>
      <dgm:t>
        <a:bodyPr/>
        <a:lstStyle/>
        <a:p>
          <a:r>
            <a:rPr lang="en-US" b="0" i="0"/>
            <a:t>Search functionality available for quick record finding.</a:t>
          </a:r>
          <a:endParaRPr lang="en-US"/>
        </a:p>
      </dgm:t>
    </dgm:pt>
    <dgm:pt modelId="{941D6381-D44C-4B87-ABF0-EA8BA12FE2BD}" type="parTrans" cxnId="{E71BFD95-368D-42BF-8E2D-D2D4B6427145}">
      <dgm:prSet/>
      <dgm:spPr/>
      <dgm:t>
        <a:bodyPr/>
        <a:lstStyle/>
        <a:p>
          <a:endParaRPr lang="en-US"/>
        </a:p>
      </dgm:t>
    </dgm:pt>
    <dgm:pt modelId="{28CFDB6B-6E5C-49DA-921F-99B8F227CF6C}" type="sibTrans" cxnId="{E71BFD95-368D-42BF-8E2D-D2D4B6427145}">
      <dgm:prSet/>
      <dgm:spPr/>
      <dgm:t>
        <a:bodyPr/>
        <a:lstStyle/>
        <a:p>
          <a:endParaRPr lang="en-US"/>
        </a:p>
      </dgm:t>
    </dgm:pt>
    <dgm:pt modelId="{F71710D7-D8C3-416C-A850-57AE60DDB349}" type="pres">
      <dgm:prSet presAssocID="{B717E692-4D52-4C49-B6BF-0E5628D1482A}" presName="root" presStyleCnt="0">
        <dgm:presLayoutVars>
          <dgm:dir/>
          <dgm:resizeHandles val="exact"/>
        </dgm:presLayoutVars>
      </dgm:prSet>
      <dgm:spPr/>
    </dgm:pt>
    <dgm:pt modelId="{20969E00-D069-4BE3-89A9-DBAFBD528C2B}" type="pres">
      <dgm:prSet presAssocID="{6E1DDDF7-FDC6-40D5-96A4-57D38FC8DA61}" presName="compNode" presStyleCnt="0"/>
      <dgm:spPr/>
    </dgm:pt>
    <dgm:pt modelId="{82B9D98E-C43F-4E66-AC5A-827FFB97D5F8}" type="pres">
      <dgm:prSet presAssocID="{6E1DDDF7-FDC6-40D5-96A4-57D38FC8DA6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F0885AF0-784C-400A-B7D3-D25DFE432C25}" type="pres">
      <dgm:prSet presAssocID="{6E1DDDF7-FDC6-40D5-96A4-57D38FC8DA61}" presName="iconSpace" presStyleCnt="0"/>
      <dgm:spPr/>
    </dgm:pt>
    <dgm:pt modelId="{96FA5B07-4DBD-4E66-AD2D-BEB20CCDB1F6}" type="pres">
      <dgm:prSet presAssocID="{6E1DDDF7-FDC6-40D5-96A4-57D38FC8DA61}" presName="parTx" presStyleLbl="revTx" presStyleIdx="0" presStyleCnt="4">
        <dgm:presLayoutVars>
          <dgm:chMax val="0"/>
          <dgm:chPref val="0"/>
        </dgm:presLayoutVars>
      </dgm:prSet>
      <dgm:spPr/>
    </dgm:pt>
    <dgm:pt modelId="{EA62749A-7BB3-4AA7-92AC-6D8C0B3B7AF1}" type="pres">
      <dgm:prSet presAssocID="{6E1DDDF7-FDC6-40D5-96A4-57D38FC8DA61}" presName="txSpace" presStyleCnt="0"/>
      <dgm:spPr/>
    </dgm:pt>
    <dgm:pt modelId="{29F412DA-729A-46D2-829F-E5052D5585CC}" type="pres">
      <dgm:prSet presAssocID="{6E1DDDF7-FDC6-40D5-96A4-57D38FC8DA61}" presName="desTx" presStyleLbl="revTx" presStyleIdx="1" presStyleCnt="4">
        <dgm:presLayoutVars/>
      </dgm:prSet>
      <dgm:spPr/>
    </dgm:pt>
    <dgm:pt modelId="{39AA2F53-6981-45E2-BB91-B900D0377878}" type="pres">
      <dgm:prSet presAssocID="{7D74BCED-7429-405D-B99D-DC35647AF315}" presName="sibTrans" presStyleCnt="0"/>
      <dgm:spPr/>
    </dgm:pt>
    <dgm:pt modelId="{5C7862D8-A0BB-4830-A332-FB6F6CADE8FB}" type="pres">
      <dgm:prSet presAssocID="{3EFAF871-879C-4FFC-B82C-60B956ACF348}" presName="compNode" presStyleCnt="0"/>
      <dgm:spPr/>
    </dgm:pt>
    <dgm:pt modelId="{D9503E13-8C63-4F6C-B7F3-0B3A2F90AA3E}" type="pres">
      <dgm:prSet presAssocID="{3EFAF871-879C-4FFC-B82C-60B956ACF34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B0FE7C6F-6645-401B-B2F7-B28CD5778D00}" type="pres">
      <dgm:prSet presAssocID="{3EFAF871-879C-4FFC-B82C-60B956ACF348}" presName="iconSpace" presStyleCnt="0"/>
      <dgm:spPr/>
    </dgm:pt>
    <dgm:pt modelId="{99F20347-42EF-47AE-BB98-47AB47D66F99}" type="pres">
      <dgm:prSet presAssocID="{3EFAF871-879C-4FFC-B82C-60B956ACF348}" presName="parTx" presStyleLbl="revTx" presStyleIdx="2" presStyleCnt="4">
        <dgm:presLayoutVars>
          <dgm:chMax val="0"/>
          <dgm:chPref val="0"/>
        </dgm:presLayoutVars>
      </dgm:prSet>
      <dgm:spPr/>
    </dgm:pt>
    <dgm:pt modelId="{44F605B3-249F-47FF-947F-28DD74EC812A}" type="pres">
      <dgm:prSet presAssocID="{3EFAF871-879C-4FFC-B82C-60B956ACF348}" presName="txSpace" presStyleCnt="0"/>
      <dgm:spPr/>
    </dgm:pt>
    <dgm:pt modelId="{151E27C8-48AD-4D80-B054-D1FE76AA2B4D}" type="pres">
      <dgm:prSet presAssocID="{3EFAF871-879C-4FFC-B82C-60B956ACF348}" presName="desTx" presStyleLbl="revTx" presStyleIdx="3" presStyleCnt="4">
        <dgm:presLayoutVars/>
      </dgm:prSet>
      <dgm:spPr/>
    </dgm:pt>
  </dgm:ptLst>
  <dgm:cxnLst>
    <dgm:cxn modelId="{78EE781F-F662-4D5A-823E-3E09CBB889C8}" srcId="{B717E692-4D52-4C49-B6BF-0E5628D1482A}" destId="{3EFAF871-879C-4FFC-B82C-60B956ACF348}" srcOrd="1" destOrd="0" parTransId="{3294C392-239A-4734-B2D8-E4D40AAB5E49}" sibTransId="{5ADA9F0C-2DFD-4CC3-A0E0-D2337D54526C}"/>
    <dgm:cxn modelId="{78331A21-9302-4BEB-8D6E-73E9DCB7F8BF}" type="presOf" srcId="{3EFAF871-879C-4FFC-B82C-60B956ACF348}" destId="{99F20347-42EF-47AE-BB98-47AB47D66F99}" srcOrd="0" destOrd="0" presId="urn:microsoft.com/office/officeart/2018/2/layout/IconLabelDescriptionList"/>
    <dgm:cxn modelId="{75DBA721-D4AE-4D6F-8FB7-CC724B4C5F8E}" type="presOf" srcId="{E0963B49-EFCD-429D-8F49-F20904041B73}" destId="{29F412DA-729A-46D2-829F-E5052D5585CC}" srcOrd="0" destOrd="0" presId="urn:microsoft.com/office/officeart/2018/2/layout/IconLabelDescriptionList"/>
    <dgm:cxn modelId="{F9EF7A2B-5BBE-4B0F-B265-AF226E7C5ECB}" srcId="{6E1DDDF7-FDC6-40D5-96A4-57D38FC8DA61}" destId="{E0963B49-EFCD-429D-8F49-F20904041B73}" srcOrd="0" destOrd="0" parTransId="{972BC15B-6D2B-42BF-B241-70382CA5C11A}" sibTransId="{76C91181-0CFA-49ED-999E-1DA84F16D4DB}"/>
    <dgm:cxn modelId="{83BDD52C-EB5A-44C7-B8DC-D7B992416385}" srcId="{6E1DDDF7-FDC6-40D5-96A4-57D38FC8DA61}" destId="{02CB5707-3DCD-42CF-98BF-1FB47645D99F}" srcOrd="2" destOrd="0" parTransId="{A00DC749-164C-4C67-A689-257FEDD37F83}" sibTransId="{AFC42212-DBBE-4939-9C56-ACA685B6F244}"/>
    <dgm:cxn modelId="{A74DB633-0218-46DF-BCFF-A0AE16CA693D}" srcId="{B717E692-4D52-4C49-B6BF-0E5628D1482A}" destId="{6E1DDDF7-FDC6-40D5-96A4-57D38FC8DA61}" srcOrd="0" destOrd="0" parTransId="{C89334C1-7E77-4284-838C-67E4C2C7DBD1}" sibTransId="{7D74BCED-7429-405D-B99D-DC35647AF315}"/>
    <dgm:cxn modelId="{BA361458-77B9-4A0B-B080-C2D3309911E3}" type="presOf" srcId="{B717E692-4D52-4C49-B6BF-0E5628D1482A}" destId="{F71710D7-D8C3-416C-A850-57AE60DDB349}" srcOrd="0" destOrd="0" presId="urn:microsoft.com/office/officeart/2018/2/layout/IconLabelDescriptionList"/>
    <dgm:cxn modelId="{DEB2C072-ABA6-4864-AD8A-05DC5C57F2AC}" type="presOf" srcId="{6E1DDDF7-FDC6-40D5-96A4-57D38FC8DA61}" destId="{96FA5B07-4DBD-4E66-AD2D-BEB20CCDB1F6}" srcOrd="0" destOrd="0" presId="urn:microsoft.com/office/officeart/2018/2/layout/IconLabelDescriptionList"/>
    <dgm:cxn modelId="{EAE58A77-0B2D-412C-8E6F-300DB661AE49}" srcId="{3EFAF871-879C-4FFC-B82C-60B956ACF348}" destId="{47E8D4A5-9D62-431B-97E0-C46EAD9082F9}" srcOrd="0" destOrd="0" parTransId="{AB74AB6A-A956-4BA3-85F7-68BEFD748F5D}" sibTransId="{E4C8726D-AEAF-4284-ACD1-37AE09F82164}"/>
    <dgm:cxn modelId="{4B507681-DBD7-4FA3-A076-095847D018D6}" type="presOf" srcId="{1824E22E-2A4E-4384-8F10-EC52C6652117}" destId="{29F412DA-729A-46D2-829F-E5052D5585CC}" srcOrd="0" destOrd="1" presId="urn:microsoft.com/office/officeart/2018/2/layout/IconLabelDescriptionList"/>
    <dgm:cxn modelId="{E71BFD95-368D-42BF-8E2D-D2D4B6427145}" srcId="{3EFAF871-879C-4FFC-B82C-60B956ACF348}" destId="{E6C657DB-EEAE-4DD7-AC30-F45648F95ADE}" srcOrd="2" destOrd="0" parTransId="{941D6381-D44C-4B87-ABF0-EA8BA12FE2BD}" sibTransId="{28CFDB6B-6E5C-49DA-921F-99B8F227CF6C}"/>
    <dgm:cxn modelId="{29A32FB0-5277-44D9-AC04-AED09AFA3E8C}" type="presOf" srcId="{EECC5DD8-EF06-4FCA-B800-BD82FC0ADF1B}" destId="{151E27C8-48AD-4D80-B054-D1FE76AA2B4D}" srcOrd="0" destOrd="1" presId="urn:microsoft.com/office/officeart/2018/2/layout/IconLabelDescriptionList"/>
    <dgm:cxn modelId="{74CD51C5-3E1E-4E8C-8FC3-89650E7035F2}" srcId="{3EFAF871-879C-4FFC-B82C-60B956ACF348}" destId="{EECC5DD8-EF06-4FCA-B800-BD82FC0ADF1B}" srcOrd="1" destOrd="0" parTransId="{E8CD5368-8567-4108-BC7D-476B1E9857DD}" sibTransId="{7ADA192F-C1C9-4EA7-AAB3-6BC9BF06FE44}"/>
    <dgm:cxn modelId="{CB6873D3-6F9F-4C07-80E7-D0523DEE3843}" type="presOf" srcId="{02CB5707-3DCD-42CF-98BF-1FB47645D99F}" destId="{29F412DA-729A-46D2-829F-E5052D5585CC}" srcOrd="0" destOrd="2" presId="urn:microsoft.com/office/officeart/2018/2/layout/IconLabelDescriptionList"/>
    <dgm:cxn modelId="{2EA95AD9-BE6E-4520-9286-6375A5CF0906}" type="presOf" srcId="{47E8D4A5-9D62-431B-97E0-C46EAD9082F9}" destId="{151E27C8-48AD-4D80-B054-D1FE76AA2B4D}" srcOrd="0" destOrd="0" presId="urn:microsoft.com/office/officeart/2018/2/layout/IconLabelDescriptionList"/>
    <dgm:cxn modelId="{76687AE7-023D-40AA-A785-C7E85EA57208}" srcId="{6E1DDDF7-FDC6-40D5-96A4-57D38FC8DA61}" destId="{1824E22E-2A4E-4384-8F10-EC52C6652117}" srcOrd="1" destOrd="0" parTransId="{9A85F153-9E96-4B92-A32A-CB06DE6100F9}" sibTransId="{2C1DFE64-A5F0-49CF-AE57-C6B97AC7D8D6}"/>
    <dgm:cxn modelId="{EAF03AEC-C7E5-461E-8C80-A1C9661B5717}" type="presOf" srcId="{E6C657DB-EEAE-4DD7-AC30-F45648F95ADE}" destId="{151E27C8-48AD-4D80-B054-D1FE76AA2B4D}" srcOrd="0" destOrd="2" presId="urn:microsoft.com/office/officeart/2018/2/layout/IconLabelDescriptionList"/>
    <dgm:cxn modelId="{C8B7E7BA-7778-43D5-9EFD-FC254A12796C}" type="presParOf" srcId="{F71710D7-D8C3-416C-A850-57AE60DDB349}" destId="{20969E00-D069-4BE3-89A9-DBAFBD528C2B}" srcOrd="0" destOrd="0" presId="urn:microsoft.com/office/officeart/2018/2/layout/IconLabelDescriptionList"/>
    <dgm:cxn modelId="{036DEC76-315A-4BB0-8FF7-40B2E2346606}" type="presParOf" srcId="{20969E00-D069-4BE3-89A9-DBAFBD528C2B}" destId="{82B9D98E-C43F-4E66-AC5A-827FFB97D5F8}" srcOrd="0" destOrd="0" presId="urn:microsoft.com/office/officeart/2018/2/layout/IconLabelDescriptionList"/>
    <dgm:cxn modelId="{B357556A-1BA1-4CE6-927F-AFE7A6EDC88D}" type="presParOf" srcId="{20969E00-D069-4BE3-89A9-DBAFBD528C2B}" destId="{F0885AF0-784C-400A-B7D3-D25DFE432C25}" srcOrd="1" destOrd="0" presId="urn:microsoft.com/office/officeart/2018/2/layout/IconLabelDescriptionList"/>
    <dgm:cxn modelId="{2ECDA0D4-5FF4-4479-835E-93424BEECD26}" type="presParOf" srcId="{20969E00-D069-4BE3-89A9-DBAFBD528C2B}" destId="{96FA5B07-4DBD-4E66-AD2D-BEB20CCDB1F6}" srcOrd="2" destOrd="0" presId="urn:microsoft.com/office/officeart/2018/2/layout/IconLabelDescriptionList"/>
    <dgm:cxn modelId="{176676A8-EF31-47EE-8404-9D75AEB4AB16}" type="presParOf" srcId="{20969E00-D069-4BE3-89A9-DBAFBD528C2B}" destId="{EA62749A-7BB3-4AA7-92AC-6D8C0B3B7AF1}" srcOrd="3" destOrd="0" presId="urn:microsoft.com/office/officeart/2018/2/layout/IconLabelDescriptionList"/>
    <dgm:cxn modelId="{4242272E-01E1-48BC-9122-80EF758B077D}" type="presParOf" srcId="{20969E00-D069-4BE3-89A9-DBAFBD528C2B}" destId="{29F412DA-729A-46D2-829F-E5052D5585CC}" srcOrd="4" destOrd="0" presId="urn:microsoft.com/office/officeart/2018/2/layout/IconLabelDescriptionList"/>
    <dgm:cxn modelId="{776B9FCA-0E3D-40BD-AEFC-AD52692635E3}" type="presParOf" srcId="{F71710D7-D8C3-416C-A850-57AE60DDB349}" destId="{39AA2F53-6981-45E2-BB91-B900D0377878}" srcOrd="1" destOrd="0" presId="urn:microsoft.com/office/officeart/2018/2/layout/IconLabelDescriptionList"/>
    <dgm:cxn modelId="{64C282C8-CBE3-46A5-AD01-D4F792177DD8}" type="presParOf" srcId="{F71710D7-D8C3-416C-A850-57AE60DDB349}" destId="{5C7862D8-A0BB-4830-A332-FB6F6CADE8FB}" srcOrd="2" destOrd="0" presId="urn:microsoft.com/office/officeart/2018/2/layout/IconLabelDescriptionList"/>
    <dgm:cxn modelId="{840D72BD-9526-4D4D-AE98-EDAD091B8B68}" type="presParOf" srcId="{5C7862D8-A0BB-4830-A332-FB6F6CADE8FB}" destId="{D9503E13-8C63-4F6C-B7F3-0B3A2F90AA3E}" srcOrd="0" destOrd="0" presId="urn:microsoft.com/office/officeart/2018/2/layout/IconLabelDescriptionList"/>
    <dgm:cxn modelId="{7411A586-09A3-46AC-A848-178F0CC81BFB}" type="presParOf" srcId="{5C7862D8-A0BB-4830-A332-FB6F6CADE8FB}" destId="{B0FE7C6F-6645-401B-B2F7-B28CD5778D00}" srcOrd="1" destOrd="0" presId="urn:microsoft.com/office/officeart/2018/2/layout/IconLabelDescriptionList"/>
    <dgm:cxn modelId="{6200F1C2-40E3-48D9-9122-80338091AA0A}" type="presParOf" srcId="{5C7862D8-A0BB-4830-A332-FB6F6CADE8FB}" destId="{99F20347-42EF-47AE-BB98-47AB47D66F99}" srcOrd="2" destOrd="0" presId="urn:microsoft.com/office/officeart/2018/2/layout/IconLabelDescriptionList"/>
    <dgm:cxn modelId="{FA08DCBD-032C-4C3B-B27C-E92008C7BF3C}" type="presParOf" srcId="{5C7862D8-A0BB-4830-A332-FB6F6CADE8FB}" destId="{44F605B3-249F-47FF-947F-28DD74EC812A}" srcOrd="3" destOrd="0" presId="urn:microsoft.com/office/officeart/2018/2/layout/IconLabelDescriptionList"/>
    <dgm:cxn modelId="{1FD765CA-5C3A-4987-AA3A-E62BEB4DA1EC}" type="presParOf" srcId="{5C7862D8-A0BB-4830-A332-FB6F6CADE8FB}" destId="{151E27C8-48AD-4D80-B054-D1FE76AA2B4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70516C5-01D8-4573-97E2-BB67A24E3DB9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5611F3F-178F-4A6C-AA92-BD045E3B2717}">
      <dgm:prSet/>
      <dgm:spPr/>
      <dgm:t>
        <a:bodyPr/>
        <a:lstStyle/>
        <a:p>
          <a:pPr>
            <a:defRPr b="1"/>
          </a:pPr>
          <a:r>
            <a:rPr lang="en-US" b="0" i="0"/>
            <a:t>Notification and Finance:</a:t>
          </a:r>
          <a:endParaRPr lang="en-US"/>
        </a:p>
      </dgm:t>
    </dgm:pt>
    <dgm:pt modelId="{65703AF4-297E-423F-9FFF-43FF74E985AC}" type="parTrans" cxnId="{6C5AD843-8FBB-4D68-B7E1-B8240F560CDC}">
      <dgm:prSet/>
      <dgm:spPr/>
      <dgm:t>
        <a:bodyPr/>
        <a:lstStyle/>
        <a:p>
          <a:endParaRPr lang="en-US"/>
        </a:p>
      </dgm:t>
    </dgm:pt>
    <dgm:pt modelId="{E1BB13C7-70F6-4A06-810E-C4CB09AE67EF}" type="sibTrans" cxnId="{6C5AD843-8FBB-4D68-B7E1-B8240F560CDC}">
      <dgm:prSet/>
      <dgm:spPr/>
      <dgm:t>
        <a:bodyPr/>
        <a:lstStyle/>
        <a:p>
          <a:endParaRPr lang="en-US"/>
        </a:p>
      </dgm:t>
    </dgm:pt>
    <dgm:pt modelId="{723E095D-0C5C-4353-A82C-42F7184B5DF7}">
      <dgm:prSet/>
      <dgm:spPr/>
      <dgm:t>
        <a:bodyPr/>
        <a:lstStyle/>
        <a:p>
          <a:r>
            <a:rPr lang="en-US" b="0" i="0"/>
            <a:t>Admin receives notifications for ongoing system transactions and activities.</a:t>
          </a:r>
          <a:endParaRPr lang="en-US"/>
        </a:p>
      </dgm:t>
    </dgm:pt>
    <dgm:pt modelId="{29BBEA4A-3C3B-489B-9E60-0167AEF47622}" type="parTrans" cxnId="{0CBD83BF-568E-4B7A-AFA0-298C63EC59FA}">
      <dgm:prSet/>
      <dgm:spPr/>
      <dgm:t>
        <a:bodyPr/>
        <a:lstStyle/>
        <a:p>
          <a:endParaRPr lang="en-US"/>
        </a:p>
      </dgm:t>
    </dgm:pt>
    <dgm:pt modelId="{A373FADE-06DC-44B0-A9A4-C0908F777450}" type="sibTrans" cxnId="{0CBD83BF-568E-4B7A-AFA0-298C63EC59FA}">
      <dgm:prSet/>
      <dgm:spPr/>
      <dgm:t>
        <a:bodyPr/>
        <a:lstStyle/>
        <a:p>
          <a:endParaRPr lang="en-US"/>
        </a:p>
      </dgm:t>
    </dgm:pt>
    <dgm:pt modelId="{DAADB84D-50FB-4625-8121-196AECB8A99B}">
      <dgm:prSet/>
      <dgm:spPr/>
      <dgm:t>
        <a:bodyPr/>
        <a:lstStyle/>
        <a:p>
          <a:r>
            <a:rPr lang="en-US" b="0" i="0"/>
            <a:t>Finance section allows completing transactions like teller services.</a:t>
          </a:r>
          <a:endParaRPr lang="en-US"/>
        </a:p>
      </dgm:t>
    </dgm:pt>
    <dgm:pt modelId="{722D8C97-3466-4515-9613-71A56386696B}" type="parTrans" cxnId="{829D6429-CDB7-4243-AE34-A7764F2FC9DA}">
      <dgm:prSet/>
      <dgm:spPr/>
      <dgm:t>
        <a:bodyPr/>
        <a:lstStyle/>
        <a:p>
          <a:endParaRPr lang="en-US"/>
        </a:p>
      </dgm:t>
    </dgm:pt>
    <dgm:pt modelId="{84B776C5-B06F-4437-9D2C-F1858CB7677B}" type="sibTrans" cxnId="{829D6429-CDB7-4243-AE34-A7764F2FC9DA}">
      <dgm:prSet/>
      <dgm:spPr/>
      <dgm:t>
        <a:bodyPr/>
        <a:lstStyle/>
        <a:p>
          <a:endParaRPr lang="en-US"/>
        </a:p>
      </dgm:t>
    </dgm:pt>
    <dgm:pt modelId="{019E77A6-3D08-4C17-BAF2-05F894044B05}">
      <dgm:prSet/>
      <dgm:spPr/>
      <dgm:t>
        <a:bodyPr/>
        <a:lstStyle/>
        <a:p>
          <a:pPr>
            <a:defRPr b="1"/>
          </a:pPr>
          <a:r>
            <a:rPr lang="en-US" b="0" i="0" dirty="0"/>
            <a:t>Staff Panel:</a:t>
          </a:r>
          <a:endParaRPr lang="en-US" dirty="0"/>
        </a:p>
      </dgm:t>
    </dgm:pt>
    <dgm:pt modelId="{49A84D16-0332-491D-A3CA-E3A84CBB4D6C}" type="parTrans" cxnId="{D231F1C7-A037-4C08-92BA-F5AB7FAB894F}">
      <dgm:prSet/>
      <dgm:spPr/>
      <dgm:t>
        <a:bodyPr/>
        <a:lstStyle/>
        <a:p>
          <a:endParaRPr lang="en-US"/>
        </a:p>
      </dgm:t>
    </dgm:pt>
    <dgm:pt modelId="{AA424F8B-C137-4107-933B-1070A16F2C23}" type="sibTrans" cxnId="{D231F1C7-A037-4C08-92BA-F5AB7FAB894F}">
      <dgm:prSet/>
      <dgm:spPr/>
      <dgm:t>
        <a:bodyPr/>
        <a:lstStyle/>
        <a:p>
          <a:endParaRPr lang="en-US"/>
        </a:p>
      </dgm:t>
    </dgm:pt>
    <dgm:pt modelId="{CC5037C6-62F8-4E96-BD7F-E809FDCB8507}">
      <dgm:prSet/>
      <dgm:spPr/>
      <dgm:t>
        <a:bodyPr/>
        <a:lstStyle/>
        <a:p>
          <a:r>
            <a:rPr lang="en-US" b="0" i="0"/>
            <a:t>Staff can view overall transactions, deposits, withdrawals, transfers, and bank accounts.</a:t>
          </a:r>
          <a:endParaRPr lang="en-US"/>
        </a:p>
      </dgm:t>
    </dgm:pt>
    <dgm:pt modelId="{62AD8307-8E05-4CBC-967B-A6EC9BD0B1DD}" type="parTrans" cxnId="{FE616710-8DF0-4080-8F85-DBE538FA1CB6}">
      <dgm:prSet/>
      <dgm:spPr/>
      <dgm:t>
        <a:bodyPr/>
        <a:lstStyle/>
        <a:p>
          <a:endParaRPr lang="en-US"/>
        </a:p>
      </dgm:t>
    </dgm:pt>
    <dgm:pt modelId="{5CC03F18-96EF-45B5-8978-510E655AC733}" type="sibTrans" cxnId="{FE616710-8DF0-4080-8F85-DBE538FA1CB6}">
      <dgm:prSet/>
      <dgm:spPr/>
      <dgm:t>
        <a:bodyPr/>
        <a:lstStyle/>
        <a:p>
          <a:endParaRPr lang="en-US"/>
        </a:p>
      </dgm:t>
    </dgm:pt>
    <dgm:pt modelId="{0F06A9F0-744C-4C16-B072-89997AEFCB98}">
      <dgm:prSet/>
      <dgm:spPr/>
      <dgm:t>
        <a:bodyPr/>
        <a:lstStyle/>
        <a:p>
          <a:r>
            <a:rPr lang="en-US" b="0" i="0"/>
            <a:t>Manage client members, bank accounts, and finances.</a:t>
          </a:r>
          <a:endParaRPr lang="en-US"/>
        </a:p>
      </dgm:t>
    </dgm:pt>
    <dgm:pt modelId="{CE5982B7-7847-4345-83A1-88B981CB10B2}" type="parTrans" cxnId="{A0F8C22A-0E9B-4D4C-B4FE-EDB434A49E3C}">
      <dgm:prSet/>
      <dgm:spPr/>
      <dgm:t>
        <a:bodyPr/>
        <a:lstStyle/>
        <a:p>
          <a:endParaRPr lang="en-US"/>
        </a:p>
      </dgm:t>
    </dgm:pt>
    <dgm:pt modelId="{3B0BC6F7-9D19-49AF-8DA8-1745B781E52E}" type="sibTrans" cxnId="{A0F8C22A-0E9B-4D4C-B4FE-EDB434A49E3C}">
      <dgm:prSet/>
      <dgm:spPr/>
      <dgm:t>
        <a:bodyPr/>
        <a:lstStyle/>
        <a:p>
          <a:endParaRPr lang="en-US"/>
        </a:p>
      </dgm:t>
    </dgm:pt>
    <dgm:pt modelId="{20ADCAF8-A28B-4BC1-A652-8D76C5FFC0C3}">
      <dgm:prSet/>
      <dgm:spPr/>
      <dgm:t>
        <a:bodyPr/>
        <a:lstStyle/>
        <a:p>
          <a:r>
            <a:rPr lang="en-US" b="0" i="0"/>
            <a:t>View account holders' transaction history and financial reports.</a:t>
          </a:r>
          <a:endParaRPr lang="en-US"/>
        </a:p>
      </dgm:t>
    </dgm:pt>
    <dgm:pt modelId="{496B1598-1DF6-4CD1-81ED-F98ED1A470B0}" type="parTrans" cxnId="{EDB9E812-52E9-4DD2-8F71-F8D0C08D8CDA}">
      <dgm:prSet/>
      <dgm:spPr/>
      <dgm:t>
        <a:bodyPr/>
        <a:lstStyle/>
        <a:p>
          <a:endParaRPr lang="en-US"/>
        </a:p>
      </dgm:t>
    </dgm:pt>
    <dgm:pt modelId="{02DA25F8-1C06-4079-B226-DE605C9A7B59}" type="sibTrans" cxnId="{EDB9E812-52E9-4DD2-8F71-F8D0C08D8CDA}">
      <dgm:prSet/>
      <dgm:spPr/>
      <dgm:t>
        <a:bodyPr/>
        <a:lstStyle/>
        <a:p>
          <a:endParaRPr lang="en-US"/>
        </a:p>
      </dgm:t>
    </dgm:pt>
    <dgm:pt modelId="{FC341446-F6A6-404A-B1ED-A7E167C829D7}">
      <dgm:prSet/>
      <dgm:spPr/>
      <dgm:t>
        <a:bodyPr/>
        <a:lstStyle/>
        <a:p>
          <a:r>
            <a:rPr lang="en-US" b="0" i="0"/>
            <a:t>Receive system activity notifications.</a:t>
          </a:r>
          <a:endParaRPr lang="en-US"/>
        </a:p>
      </dgm:t>
    </dgm:pt>
    <dgm:pt modelId="{C3218970-9CC5-4762-8E45-C6A73D54DA1F}" type="parTrans" cxnId="{ED6BD17E-B641-4D89-96AE-B2D95F841206}">
      <dgm:prSet/>
      <dgm:spPr/>
      <dgm:t>
        <a:bodyPr/>
        <a:lstStyle/>
        <a:p>
          <a:endParaRPr lang="en-US"/>
        </a:p>
      </dgm:t>
    </dgm:pt>
    <dgm:pt modelId="{0F017B24-0CCC-4158-ABC9-9ABD3B8BA0E9}" type="sibTrans" cxnId="{ED6BD17E-B641-4D89-96AE-B2D95F841206}">
      <dgm:prSet/>
      <dgm:spPr/>
      <dgm:t>
        <a:bodyPr/>
        <a:lstStyle/>
        <a:p>
          <a:endParaRPr lang="en-US"/>
        </a:p>
      </dgm:t>
    </dgm:pt>
    <dgm:pt modelId="{02232089-62F4-455D-B98E-2DCFB0B5EB3F}" type="pres">
      <dgm:prSet presAssocID="{B70516C5-01D8-4573-97E2-BB67A24E3DB9}" presName="root" presStyleCnt="0">
        <dgm:presLayoutVars>
          <dgm:dir/>
          <dgm:resizeHandles val="exact"/>
        </dgm:presLayoutVars>
      </dgm:prSet>
      <dgm:spPr/>
    </dgm:pt>
    <dgm:pt modelId="{1FCFADF8-1A4F-4383-885D-6D669362A8A7}" type="pres">
      <dgm:prSet presAssocID="{55611F3F-178F-4A6C-AA92-BD045E3B2717}" presName="compNode" presStyleCnt="0"/>
      <dgm:spPr/>
    </dgm:pt>
    <dgm:pt modelId="{D44B6919-7ADF-4FCD-AED8-384829F1844F}" type="pres">
      <dgm:prSet presAssocID="{55611F3F-178F-4A6C-AA92-BD045E3B271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A33A1320-41EF-4650-81B6-5953C9E707F1}" type="pres">
      <dgm:prSet presAssocID="{55611F3F-178F-4A6C-AA92-BD045E3B2717}" presName="iconSpace" presStyleCnt="0"/>
      <dgm:spPr/>
    </dgm:pt>
    <dgm:pt modelId="{7ADFCFA2-DC49-4BC9-8A0B-58EA2B9F4853}" type="pres">
      <dgm:prSet presAssocID="{55611F3F-178F-4A6C-AA92-BD045E3B2717}" presName="parTx" presStyleLbl="revTx" presStyleIdx="0" presStyleCnt="4">
        <dgm:presLayoutVars>
          <dgm:chMax val="0"/>
          <dgm:chPref val="0"/>
        </dgm:presLayoutVars>
      </dgm:prSet>
      <dgm:spPr/>
    </dgm:pt>
    <dgm:pt modelId="{46AD3A5F-0F79-4646-98C7-C84DFBBE601D}" type="pres">
      <dgm:prSet presAssocID="{55611F3F-178F-4A6C-AA92-BD045E3B2717}" presName="txSpace" presStyleCnt="0"/>
      <dgm:spPr/>
    </dgm:pt>
    <dgm:pt modelId="{3D174B37-055F-474F-BB7A-7E090A753599}" type="pres">
      <dgm:prSet presAssocID="{55611F3F-178F-4A6C-AA92-BD045E3B2717}" presName="desTx" presStyleLbl="revTx" presStyleIdx="1" presStyleCnt="4">
        <dgm:presLayoutVars/>
      </dgm:prSet>
      <dgm:spPr/>
    </dgm:pt>
    <dgm:pt modelId="{CEFB0781-34AB-47C6-9E2D-5DA7240E581B}" type="pres">
      <dgm:prSet presAssocID="{E1BB13C7-70F6-4A06-810E-C4CB09AE67EF}" presName="sibTrans" presStyleCnt="0"/>
      <dgm:spPr/>
    </dgm:pt>
    <dgm:pt modelId="{9229DFFE-D873-4F4A-8AF2-4467391398A9}" type="pres">
      <dgm:prSet presAssocID="{019E77A6-3D08-4C17-BAF2-05F894044B05}" presName="compNode" presStyleCnt="0"/>
      <dgm:spPr/>
    </dgm:pt>
    <dgm:pt modelId="{AC1D9701-D93B-47A6-B761-74BE9A2DB72D}" type="pres">
      <dgm:prSet presAssocID="{019E77A6-3D08-4C17-BAF2-05F894044B0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B6DFE2E0-4E92-4FAC-8957-0783784CDF60}" type="pres">
      <dgm:prSet presAssocID="{019E77A6-3D08-4C17-BAF2-05F894044B05}" presName="iconSpace" presStyleCnt="0"/>
      <dgm:spPr/>
    </dgm:pt>
    <dgm:pt modelId="{CDB0A424-5501-4CE3-9B5B-4FB75C74A1AE}" type="pres">
      <dgm:prSet presAssocID="{019E77A6-3D08-4C17-BAF2-05F894044B05}" presName="parTx" presStyleLbl="revTx" presStyleIdx="2" presStyleCnt="4">
        <dgm:presLayoutVars>
          <dgm:chMax val="0"/>
          <dgm:chPref val="0"/>
        </dgm:presLayoutVars>
      </dgm:prSet>
      <dgm:spPr/>
    </dgm:pt>
    <dgm:pt modelId="{42CEDEC7-DB0C-4492-A244-E459A3D6B9AE}" type="pres">
      <dgm:prSet presAssocID="{019E77A6-3D08-4C17-BAF2-05F894044B05}" presName="txSpace" presStyleCnt="0"/>
      <dgm:spPr/>
    </dgm:pt>
    <dgm:pt modelId="{38BDDA73-1F35-4A48-A6DB-3AFDE575188B}" type="pres">
      <dgm:prSet presAssocID="{019E77A6-3D08-4C17-BAF2-05F894044B05}" presName="desTx" presStyleLbl="revTx" presStyleIdx="3" presStyleCnt="4">
        <dgm:presLayoutVars/>
      </dgm:prSet>
      <dgm:spPr/>
    </dgm:pt>
  </dgm:ptLst>
  <dgm:cxnLst>
    <dgm:cxn modelId="{CEE90800-83F5-4F84-87D0-14FE314910D9}" type="presOf" srcId="{B70516C5-01D8-4573-97E2-BB67A24E3DB9}" destId="{02232089-62F4-455D-B98E-2DCFB0B5EB3F}" srcOrd="0" destOrd="0" presId="urn:microsoft.com/office/officeart/2018/2/layout/IconLabelDescriptionList"/>
    <dgm:cxn modelId="{4CDD5901-213B-49FC-8192-37AA20315BA8}" type="presOf" srcId="{FC341446-F6A6-404A-B1ED-A7E167C829D7}" destId="{38BDDA73-1F35-4A48-A6DB-3AFDE575188B}" srcOrd="0" destOrd="3" presId="urn:microsoft.com/office/officeart/2018/2/layout/IconLabelDescriptionList"/>
    <dgm:cxn modelId="{FE616710-8DF0-4080-8F85-DBE538FA1CB6}" srcId="{019E77A6-3D08-4C17-BAF2-05F894044B05}" destId="{CC5037C6-62F8-4E96-BD7F-E809FDCB8507}" srcOrd="0" destOrd="0" parTransId="{62AD8307-8E05-4CBC-967B-A6EC9BD0B1DD}" sibTransId="{5CC03F18-96EF-45B5-8978-510E655AC733}"/>
    <dgm:cxn modelId="{EDB9E812-52E9-4DD2-8F71-F8D0C08D8CDA}" srcId="{019E77A6-3D08-4C17-BAF2-05F894044B05}" destId="{20ADCAF8-A28B-4BC1-A652-8D76C5FFC0C3}" srcOrd="2" destOrd="0" parTransId="{496B1598-1DF6-4CD1-81ED-F98ED1A470B0}" sibTransId="{02DA25F8-1C06-4079-B226-DE605C9A7B59}"/>
    <dgm:cxn modelId="{829D6429-CDB7-4243-AE34-A7764F2FC9DA}" srcId="{55611F3F-178F-4A6C-AA92-BD045E3B2717}" destId="{DAADB84D-50FB-4625-8121-196AECB8A99B}" srcOrd="1" destOrd="0" parTransId="{722D8C97-3466-4515-9613-71A56386696B}" sibTransId="{84B776C5-B06F-4437-9D2C-F1858CB7677B}"/>
    <dgm:cxn modelId="{A0F8C22A-0E9B-4D4C-B4FE-EDB434A49E3C}" srcId="{019E77A6-3D08-4C17-BAF2-05F894044B05}" destId="{0F06A9F0-744C-4C16-B072-89997AEFCB98}" srcOrd="1" destOrd="0" parTransId="{CE5982B7-7847-4345-83A1-88B981CB10B2}" sibTransId="{3B0BC6F7-9D19-49AF-8DA8-1745B781E52E}"/>
    <dgm:cxn modelId="{3E300A41-70CE-4CC6-925B-0C4FFC764079}" type="presOf" srcId="{20ADCAF8-A28B-4BC1-A652-8D76C5FFC0C3}" destId="{38BDDA73-1F35-4A48-A6DB-3AFDE575188B}" srcOrd="0" destOrd="2" presId="urn:microsoft.com/office/officeart/2018/2/layout/IconLabelDescriptionList"/>
    <dgm:cxn modelId="{6C5AD843-8FBB-4D68-B7E1-B8240F560CDC}" srcId="{B70516C5-01D8-4573-97E2-BB67A24E3DB9}" destId="{55611F3F-178F-4A6C-AA92-BD045E3B2717}" srcOrd="0" destOrd="0" parTransId="{65703AF4-297E-423F-9FFF-43FF74E985AC}" sibTransId="{E1BB13C7-70F6-4A06-810E-C4CB09AE67EF}"/>
    <dgm:cxn modelId="{6CEB5957-A0FC-452C-8F0D-18939F649384}" type="presOf" srcId="{CC5037C6-62F8-4E96-BD7F-E809FDCB8507}" destId="{38BDDA73-1F35-4A48-A6DB-3AFDE575188B}" srcOrd="0" destOrd="0" presId="urn:microsoft.com/office/officeart/2018/2/layout/IconLabelDescriptionList"/>
    <dgm:cxn modelId="{DACB375A-B96A-4F89-A2EF-66F1FDDC3DA2}" type="presOf" srcId="{0F06A9F0-744C-4C16-B072-89997AEFCB98}" destId="{38BDDA73-1F35-4A48-A6DB-3AFDE575188B}" srcOrd="0" destOrd="1" presId="urn:microsoft.com/office/officeart/2018/2/layout/IconLabelDescriptionList"/>
    <dgm:cxn modelId="{2951DE5B-01B3-484D-9A49-B5C183F1A70C}" type="presOf" srcId="{723E095D-0C5C-4353-A82C-42F7184B5DF7}" destId="{3D174B37-055F-474F-BB7A-7E090A753599}" srcOrd="0" destOrd="0" presId="urn:microsoft.com/office/officeart/2018/2/layout/IconLabelDescriptionList"/>
    <dgm:cxn modelId="{B2344663-0AF2-48E7-9ED7-C4681C6F7ACD}" type="presOf" srcId="{55611F3F-178F-4A6C-AA92-BD045E3B2717}" destId="{7ADFCFA2-DC49-4BC9-8A0B-58EA2B9F4853}" srcOrd="0" destOrd="0" presId="urn:microsoft.com/office/officeart/2018/2/layout/IconLabelDescriptionList"/>
    <dgm:cxn modelId="{D1852F73-20EE-4517-BF23-3300C7F242AE}" type="presOf" srcId="{019E77A6-3D08-4C17-BAF2-05F894044B05}" destId="{CDB0A424-5501-4CE3-9B5B-4FB75C74A1AE}" srcOrd="0" destOrd="0" presId="urn:microsoft.com/office/officeart/2018/2/layout/IconLabelDescriptionList"/>
    <dgm:cxn modelId="{27EB5C7E-BD35-4D5B-ABB7-7F594EF38654}" type="presOf" srcId="{DAADB84D-50FB-4625-8121-196AECB8A99B}" destId="{3D174B37-055F-474F-BB7A-7E090A753599}" srcOrd="0" destOrd="1" presId="urn:microsoft.com/office/officeart/2018/2/layout/IconLabelDescriptionList"/>
    <dgm:cxn modelId="{ED6BD17E-B641-4D89-96AE-B2D95F841206}" srcId="{019E77A6-3D08-4C17-BAF2-05F894044B05}" destId="{FC341446-F6A6-404A-B1ED-A7E167C829D7}" srcOrd="3" destOrd="0" parTransId="{C3218970-9CC5-4762-8E45-C6A73D54DA1F}" sibTransId="{0F017B24-0CCC-4158-ABC9-9ABD3B8BA0E9}"/>
    <dgm:cxn modelId="{0CBD83BF-568E-4B7A-AFA0-298C63EC59FA}" srcId="{55611F3F-178F-4A6C-AA92-BD045E3B2717}" destId="{723E095D-0C5C-4353-A82C-42F7184B5DF7}" srcOrd="0" destOrd="0" parTransId="{29BBEA4A-3C3B-489B-9E60-0167AEF47622}" sibTransId="{A373FADE-06DC-44B0-A9A4-C0908F777450}"/>
    <dgm:cxn modelId="{D231F1C7-A037-4C08-92BA-F5AB7FAB894F}" srcId="{B70516C5-01D8-4573-97E2-BB67A24E3DB9}" destId="{019E77A6-3D08-4C17-BAF2-05F894044B05}" srcOrd="1" destOrd="0" parTransId="{49A84D16-0332-491D-A3CA-E3A84CBB4D6C}" sibTransId="{AA424F8B-C137-4107-933B-1070A16F2C23}"/>
    <dgm:cxn modelId="{499E88FB-695E-45BA-BEA8-60269FA4CCB0}" type="presParOf" srcId="{02232089-62F4-455D-B98E-2DCFB0B5EB3F}" destId="{1FCFADF8-1A4F-4383-885D-6D669362A8A7}" srcOrd="0" destOrd="0" presId="urn:microsoft.com/office/officeart/2018/2/layout/IconLabelDescriptionList"/>
    <dgm:cxn modelId="{FF6981C3-E937-4C53-AC88-68F71CC1443E}" type="presParOf" srcId="{1FCFADF8-1A4F-4383-885D-6D669362A8A7}" destId="{D44B6919-7ADF-4FCD-AED8-384829F1844F}" srcOrd="0" destOrd="0" presId="urn:microsoft.com/office/officeart/2018/2/layout/IconLabelDescriptionList"/>
    <dgm:cxn modelId="{8D1372C7-C3A1-4FD0-AD77-B06A1558A8FA}" type="presParOf" srcId="{1FCFADF8-1A4F-4383-885D-6D669362A8A7}" destId="{A33A1320-41EF-4650-81B6-5953C9E707F1}" srcOrd="1" destOrd="0" presId="urn:microsoft.com/office/officeart/2018/2/layout/IconLabelDescriptionList"/>
    <dgm:cxn modelId="{4B42413F-4193-4545-A1C2-E978797A844A}" type="presParOf" srcId="{1FCFADF8-1A4F-4383-885D-6D669362A8A7}" destId="{7ADFCFA2-DC49-4BC9-8A0B-58EA2B9F4853}" srcOrd="2" destOrd="0" presId="urn:microsoft.com/office/officeart/2018/2/layout/IconLabelDescriptionList"/>
    <dgm:cxn modelId="{B686970B-D043-4A6E-AFB2-798B3AD788E6}" type="presParOf" srcId="{1FCFADF8-1A4F-4383-885D-6D669362A8A7}" destId="{46AD3A5F-0F79-4646-98C7-C84DFBBE601D}" srcOrd="3" destOrd="0" presId="urn:microsoft.com/office/officeart/2018/2/layout/IconLabelDescriptionList"/>
    <dgm:cxn modelId="{B08F8192-3C0E-4196-8B5C-F3DC9BA0B732}" type="presParOf" srcId="{1FCFADF8-1A4F-4383-885D-6D669362A8A7}" destId="{3D174B37-055F-474F-BB7A-7E090A753599}" srcOrd="4" destOrd="0" presId="urn:microsoft.com/office/officeart/2018/2/layout/IconLabelDescriptionList"/>
    <dgm:cxn modelId="{B45E4972-464E-44C8-966B-F86AD6F8DD88}" type="presParOf" srcId="{02232089-62F4-455D-B98E-2DCFB0B5EB3F}" destId="{CEFB0781-34AB-47C6-9E2D-5DA7240E581B}" srcOrd="1" destOrd="0" presId="urn:microsoft.com/office/officeart/2018/2/layout/IconLabelDescriptionList"/>
    <dgm:cxn modelId="{5D16E773-05F9-482F-ACC3-DF2BFF4F5F69}" type="presParOf" srcId="{02232089-62F4-455D-B98E-2DCFB0B5EB3F}" destId="{9229DFFE-D873-4F4A-8AF2-4467391398A9}" srcOrd="2" destOrd="0" presId="urn:microsoft.com/office/officeart/2018/2/layout/IconLabelDescriptionList"/>
    <dgm:cxn modelId="{9F6D7D4C-9126-4F6A-B182-3EFBE0FFB30B}" type="presParOf" srcId="{9229DFFE-D873-4F4A-8AF2-4467391398A9}" destId="{AC1D9701-D93B-47A6-B761-74BE9A2DB72D}" srcOrd="0" destOrd="0" presId="urn:microsoft.com/office/officeart/2018/2/layout/IconLabelDescriptionList"/>
    <dgm:cxn modelId="{BE36D875-B3C9-4032-9B94-BDF29FC3711F}" type="presParOf" srcId="{9229DFFE-D873-4F4A-8AF2-4467391398A9}" destId="{B6DFE2E0-4E92-4FAC-8957-0783784CDF60}" srcOrd="1" destOrd="0" presId="urn:microsoft.com/office/officeart/2018/2/layout/IconLabelDescriptionList"/>
    <dgm:cxn modelId="{1A8939E2-EE87-46C0-A06E-B6D9073112D0}" type="presParOf" srcId="{9229DFFE-D873-4F4A-8AF2-4467391398A9}" destId="{CDB0A424-5501-4CE3-9B5B-4FB75C74A1AE}" srcOrd="2" destOrd="0" presId="urn:microsoft.com/office/officeart/2018/2/layout/IconLabelDescriptionList"/>
    <dgm:cxn modelId="{87E5958F-9187-4BD7-909E-41A42B5C4A7C}" type="presParOf" srcId="{9229DFFE-D873-4F4A-8AF2-4467391398A9}" destId="{42CEDEC7-DB0C-4492-A244-E459A3D6B9AE}" srcOrd="3" destOrd="0" presId="urn:microsoft.com/office/officeart/2018/2/layout/IconLabelDescriptionList"/>
    <dgm:cxn modelId="{DE81153F-C712-4DF4-82C4-BE147CED7B24}" type="presParOf" srcId="{9229DFFE-D873-4F4A-8AF2-4467391398A9}" destId="{38BDDA73-1F35-4A48-A6DB-3AFDE575188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32B1652-5BB8-4A06-9F27-5C6F8F635E8A}" type="doc">
      <dgm:prSet loTypeId="urn:microsoft.com/office/officeart/2005/8/layout/list1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455A4CA-C8D5-418E-8BC5-29D5514D3823}">
      <dgm:prSet/>
      <dgm:spPr/>
      <dgm:t>
        <a:bodyPr/>
        <a:lstStyle/>
        <a:p>
          <a:r>
            <a:rPr lang="en-US"/>
            <a:t>AWS Services Used:</a:t>
          </a:r>
        </a:p>
      </dgm:t>
    </dgm:pt>
    <dgm:pt modelId="{7424FF0F-2ADD-4E37-AD99-1F5094D06892}" type="parTrans" cxnId="{34939E65-0E4C-4794-B0B5-D8D8030FE433}">
      <dgm:prSet/>
      <dgm:spPr/>
      <dgm:t>
        <a:bodyPr/>
        <a:lstStyle/>
        <a:p>
          <a:endParaRPr lang="en-US"/>
        </a:p>
      </dgm:t>
    </dgm:pt>
    <dgm:pt modelId="{439A05AB-7B6F-4BBF-94A8-DC9C579C0652}" type="sibTrans" cxnId="{34939E65-0E4C-4794-B0B5-D8D8030FE433}">
      <dgm:prSet/>
      <dgm:spPr/>
      <dgm:t>
        <a:bodyPr/>
        <a:lstStyle/>
        <a:p>
          <a:endParaRPr lang="en-US"/>
        </a:p>
      </dgm:t>
    </dgm:pt>
    <dgm:pt modelId="{3B103B5E-90C3-427C-ADF0-67B48D460E7B}">
      <dgm:prSet/>
      <dgm:spPr/>
      <dgm:t>
        <a:bodyPr/>
        <a:lstStyle/>
        <a:p>
          <a:r>
            <a:rPr lang="en-US"/>
            <a:t>Amazon RDS: Store data in MySQL database.</a:t>
          </a:r>
        </a:p>
      </dgm:t>
    </dgm:pt>
    <dgm:pt modelId="{12FF00D1-8D68-4F6A-9873-FD14CF0F6AD6}" type="parTrans" cxnId="{E9D7AF4F-1285-4E95-9C71-81147E42D851}">
      <dgm:prSet/>
      <dgm:spPr/>
      <dgm:t>
        <a:bodyPr/>
        <a:lstStyle/>
        <a:p>
          <a:endParaRPr lang="en-US"/>
        </a:p>
      </dgm:t>
    </dgm:pt>
    <dgm:pt modelId="{E0AC3965-8E53-421C-9F93-E3935365F0D1}" type="sibTrans" cxnId="{E9D7AF4F-1285-4E95-9C71-81147E42D851}">
      <dgm:prSet/>
      <dgm:spPr/>
      <dgm:t>
        <a:bodyPr/>
        <a:lstStyle/>
        <a:p>
          <a:endParaRPr lang="en-US"/>
        </a:p>
      </dgm:t>
    </dgm:pt>
    <dgm:pt modelId="{735AA275-4803-4A86-BA8D-77A68FE2751E}">
      <dgm:prSet/>
      <dgm:spPr/>
      <dgm:t>
        <a:bodyPr/>
        <a:lstStyle/>
        <a:p>
          <a:r>
            <a:rPr lang="en-US"/>
            <a:t>Amazon EC2: Host the PHP application.</a:t>
          </a:r>
        </a:p>
      </dgm:t>
    </dgm:pt>
    <dgm:pt modelId="{765DDEF2-0BA6-4EBF-A409-7B8EB5E1E6F3}" type="parTrans" cxnId="{2BFE2050-DC00-4553-82AF-09C66492457F}">
      <dgm:prSet/>
      <dgm:spPr/>
      <dgm:t>
        <a:bodyPr/>
        <a:lstStyle/>
        <a:p>
          <a:endParaRPr lang="en-US"/>
        </a:p>
      </dgm:t>
    </dgm:pt>
    <dgm:pt modelId="{85DADBBA-589C-4951-9B07-1CC545AD650F}" type="sibTrans" cxnId="{2BFE2050-DC00-4553-82AF-09C66492457F}">
      <dgm:prSet/>
      <dgm:spPr/>
      <dgm:t>
        <a:bodyPr/>
        <a:lstStyle/>
        <a:p>
          <a:endParaRPr lang="en-US"/>
        </a:p>
      </dgm:t>
    </dgm:pt>
    <dgm:pt modelId="{F2D68290-4970-44E2-937B-DEEC23FE3D93}">
      <dgm:prSet/>
      <dgm:spPr/>
      <dgm:t>
        <a:bodyPr/>
        <a:lstStyle/>
        <a:p>
          <a:r>
            <a:rPr lang="en-US"/>
            <a:t>Elastic IP: Allocate a static public IP address to the EC2 instance.</a:t>
          </a:r>
        </a:p>
      </dgm:t>
    </dgm:pt>
    <dgm:pt modelId="{42AC9C87-B211-4A28-9B6A-19E87631196C}" type="parTrans" cxnId="{FC81CB1F-B31A-45D6-B220-1F5D83B72856}">
      <dgm:prSet/>
      <dgm:spPr/>
      <dgm:t>
        <a:bodyPr/>
        <a:lstStyle/>
        <a:p>
          <a:endParaRPr lang="en-US"/>
        </a:p>
      </dgm:t>
    </dgm:pt>
    <dgm:pt modelId="{B7EF3F28-E0EF-427C-8B02-33568AF831A5}" type="sibTrans" cxnId="{FC81CB1F-B31A-45D6-B220-1F5D83B72856}">
      <dgm:prSet/>
      <dgm:spPr/>
      <dgm:t>
        <a:bodyPr/>
        <a:lstStyle/>
        <a:p>
          <a:endParaRPr lang="en-US"/>
        </a:p>
      </dgm:t>
    </dgm:pt>
    <dgm:pt modelId="{D9DC56D5-F5CF-4FDC-A611-B930303AC6C8}">
      <dgm:prSet/>
      <dgm:spPr/>
      <dgm:t>
        <a:bodyPr/>
        <a:lstStyle/>
        <a:p>
          <a:r>
            <a:rPr lang="en-US"/>
            <a:t>Security Group: Control inbound traffic to the EC2 instance.</a:t>
          </a:r>
        </a:p>
      </dgm:t>
    </dgm:pt>
    <dgm:pt modelId="{877B39EC-B9AB-47A6-8F73-E4992BCC95A2}" type="parTrans" cxnId="{A91D6155-7083-4255-B55F-D0AF87824CD0}">
      <dgm:prSet/>
      <dgm:spPr/>
      <dgm:t>
        <a:bodyPr/>
        <a:lstStyle/>
        <a:p>
          <a:endParaRPr lang="en-US"/>
        </a:p>
      </dgm:t>
    </dgm:pt>
    <dgm:pt modelId="{82B8374B-CCA5-45E5-92E8-0571CE2006AE}" type="sibTrans" cxnId="{A91D6155-7083-4255-B55F-D0AF87824CD0}">
      <dgm:prSet/>
      <dgm:spPr/>
      <dgm:t>
        <a:bodyPr/>
        <a:lstStyle/>
        <a:p>
          <a:endParaRPr lang="en-US"/>
        </a:p>
      </dgm:t>
    </dgm:pt>
    <dgm:pt modelId="{A66F9E0E-61DE-4123-B8C2-E391D1429F14}">
      <dgm:prSet/>
      <dgm:spPr/>
      <dgm:t>
        <a:bodyPr/>
        <a:lstStyle/>
        <a:p>
          <a:r>
            <a:rPr lang="en-US"/>
            <a:t>API Gateway: Create an HTTP API to mask the EC2 IP address.</a:t>
          </a:r>
        </a:p>
      </dgm:t>
    </dgm:pt>
    <dgm:pt modelId="{E89108F0-3F10-44FF-8A0E-238AEA22985B}" type="parTrans" cxnId="{6B1E8799-126F-4CF0-BFFA-573C79F6A14B}">
      <dgm:prSet/>
      <dgm:spPr/>
      <dgm:t>
        <a:bodyPr/>
        <a:lstStyle/>
        <a:p>
          <a:endParaRPr lang="en-US"/>
        </a:p>
      </dgm:t>
    </dgm:pt>
    <dgm:pt modelId="{9E8C373F-4B7C-4AAA-951B-667D60D2A9C5}" type="sibTrans" cxnId="{6B1E8799-126F-4CF0-BFFA-573C79F6A14B}">
      <dgm:prSet/>
      <dgm:spPr/>
      <dgm:t>
        <a:bodyPr/>
        <a:lstStyle/>
        <a:p>
          <a:endParaRPr lang="en-US"/>
        </a:p>
      </dgm:t>
    </dgm:pt>
    <dgm:pt modelId="{5E801703-A348-4811-9F2E-A289975EC708}">
      <dgm:prSet/>
      <dgm:spPr/>
      <dgm:t>
        <a:bodyPr/>
        <a:lstStyle/>
        <a:p>
          <a:r>
            <a:rPr lang="en-US"/>
            <a:t>Create RDS Instance:</a:t>
          </a:r>
        </a:p>
      </dgm:t>
    </dgm:pt>
    <dgm:pt modelId="{70942A0F-F0FE-43B0-9D6E-A15C871362CA}" type="parTrans" cxnId="{7006E39A-9E84-4958-9FA9-7B075CA3F3A8}">
      <dgm:prSet/>
      <dgm:spPr/>
      <dgm:t>
        <a:bodyPr/>
        <a:lstStyle/>
        <a:p>
          <a:endParaRPr lang="en-US"/>
        </a:p>
      </dgm:t>
    </dgm:pt>
    <dgm:pt modelId="{44A39080-0AFF-4C18-8A18-179C861AF9DC}" type="sibTrans" cxnId="{7006E39A-9E84-4958-9FA9-7B075CA3F3A8}">
      <dgm:prSet/>
      <dgm:spPr/>
      <dgm:t>
        <a:bodyPr/>
        <a:lstStyle/>
        <a:p>
          <a:endParaRPr lang="en-US"/>
        </a:p>
      </dgm:t>
    </dgm:pt>
    <dgm:pt modelId="{2C5E6F4D-C14C-4F73-BBCB-4A2A8D1A2016}">
      <dgm:prSet/>
      <dgm:spPr/>
      <dgm:t>
        <a:bodyPr/>
        <a:lstStyle/>
        <a:p>
          <a:r>
            <a:rPr lang="en-US"/>
            <a:t>Use Amazon RDS to create a MySQL database instance for data storage.</a:t>
          </a:r>
        </a:p>
      </dgm:t>
    </dgm:pt>
    <dgm:pt modelId="{E2DBF3CB-7559-4EE6-9DEE-E38E8A48709B}" type="parTrans" cxnId="{CB7440C0-2CD2-4236-B740-39BD10E87094}">
      <dgm:prSet/>
      <dgm:spPr/>
      <dgm:t>
        <a:bodyPr/>
        <a:lstStyle/>
        <a:p>
          <a:endParaRPr lang="en-US"/>
        </a:p>
      </dgm:t>
    </dgm:pt>
    <dgm:pt modelId="{8881DEF5-4376-4A9C-A92B-F13E40249EF6}" type="sibTrans" cxnId="{CB7440C0-2CD2-4236-B740-39BD10E87094}">
      <dgm:prSet/>
      <dgm:spPr/>
      <dgm:t>
        <a:bodyPr/>
        <a:lstStyle/>
        <a:p>
          <a:endParaRPr lang="en-US"/>
        </a:p>
      </dgm:t>
    </dgm:pt>
    <dgm:pt modelId="{25E53CB2-D140-4DA1-86A8-AB8AB8F9661E}">
      <dgm:prSet/>
      <dgm:spPr/>
      <dgm:t>
        <a:bodyPr/>
        <a:lstStyle/>
        <a:p>
          <a:r>
            <a:rPr lang="en-US"/>
            <a:t>Launch EC2 Instance:</a:t>
          </a:r>
        </a:p>
      </dgm:t>
    </dgm:pt>
    <dgm:pt modelId="{B5E9264F-0447-45CA-9EF2-2A572CC4FFDE}" type="parTrans" cxnId="{626F8B09-4FFE-4819-9BE0-72ED2B9D46A1}">
      <dgm:prSet/>
      <dgm:spPr/>
      <dgm:t>
        <a:bodyPr/>
        <a:lstStyle/>
        <a:p>
          <a:endParaRPr lang="en-US"/>
        </a:p>
      </dgm:t>
    </dgm:pt>
    <dgm:pt modelId="{8AA02A89-1B85-42C8-899E-F15722657B54}" type="sibTrans" cxnId="{626F8B09-4FFE-4819-9BE0-72ED2B9D46A1}">
      <dgm:prSet/>
      <dgm:spPr/>
      <dgm:t>
        <a:bodyPr/>
        <a:lstStyle/>
        <a:p>
          <a:endParaRPr lang="en-US"/>
        </a:p>
      </dgm:t>
    </dgm:pt>
    <dgm:pt modelId="{2FD74B4C-4F7F-49A4-88EA-48062370C462}">
      <dgm:prSet/>
      <dgm:spPr/>
      <dgm:t>
        <a:bodyPr/>
        <a:lstStyle/>
        <a:p>
          <a:r>
            <a:rPr lang="en-US"/>
            <a:t>Use Amazon EC2 to host the PHP application, selecting an appropriate AMI.</a:t>
          </a:r>
        </a:p>
      </dgm:t>
    </dgm:pt>
    <dgm:pt modelId="{E7BB2924-4459-4CD0-A36F-05AA50D2442E}" type="parTrans" cxnId="{BEC26579-6BE4-46B5-9973-3E9215C103D7}">
      <dgm:prSet/>
      <dgm:spPr/>
      <dgm:t>
        <a:bodyPr/>
        <a:lstStyle/>
        <a:p>
          <a:endParaRPr lang="en-US"/>
        </a:p>
      </dgm:t>
    </dgm:pt>
    <dgm:pt modelId="{67C9BF53-979B-4CD4-BA6E-C6F25FCA017F}" type="sibTrans" cxnId="{BEC26579-6BE4-46B5-9973-3E9215C103D7}">
      <dgm:prSet/>
      <dgm:spPr/>
      <dgm:t>
        <a:bodyPr/>
        <a:lstStyle/>
        <a:p>
          <a:endParaRPr lang="en-US"/>
        </a:p>
      </dgm:t>
    </dgm:pt>
    <dgm:pt modelId="{65E77F59-8128-4239-8EF9-CDF33000B623}">
      <dgm:prSet/>
      <dgm:spPr/>
      <dgm:t>
        <a:bodyPr/>
        <a:lstStyle/>
        <a:p>
          <a:r>
            <a:rPr lang="en-US"/>
            <a:t>Allocate Elastic IP:</a:t>
          </a:r>
        </a:p>
      </dgm:t>
    </dgm:pt>
    <dgm:pt modelId="{3DEBE305-3F15-46E9-B7C4-32413C9E3C11}" type="parTrans" cxnId="{A34E87AD-9998-4328-B7A8-08FEE2AAB2FF}">
      <dgm:prSet/>
      <dgm:spPr/>
      <dgm:t>
        <a:bodyPr/>
        <a:lstStyle/>
        <a:p>
          <a:endParaRPr lang="en-US"/>
        </a:p>
      </dgm:t>
    </dgm:pt>
    <dgm:pt modelId="{2C101430-E601-401B-BBDF-0F44D737524C}" type="sibTrans" cxnId="{A34E87AD-9998-4328-B7A8-08FEE2AAB2FF}">
      <dgm:prSet/>
      <dgm:spPr/>
      <dgm:t>
        <a:bodyPr/>
        <a:lstStyle/>
        <a:p>
          <a:endParaRPr lang="en-US"/>
        </a:p>
      </dgm:t>
    </dgm:pt>
    <dgm:pt modelId="{FFA88ACC-680F-43CD-A823-91B8CF7D69AF}">
      <dgm:prSet/>
      <dgm:spPr/>
      <dgm:t>
        <a:bodyPr/>
        <a:lstStyle/>
        <a:p>
          <a:r>
            <a:rPr lang="en-US"/>
            <a:t>Allocate an Elastic IP address and associate it with the EC2 instance for consistent access.</a:t>
          </a:r>
        </a:p>
      </dgm:t>
    </dgm:pt>
    <dgm:pt modelId="{286850A0-86A2-4FE6-9950-6C8A16B73CDB}" type="parTrans" cxnId="{06FF7CDF-4B21-4319-AAC1-02CDDCFEE46F}">
      <dgm:prSet/>
      <dgm:spPr/>
      <dgm:t>
        <a:bodyPr/>
        <a:lstStyle/>
        <a:p>
          <a:endParaRPr lang="en-US"/>
        </a:p>
      </dgm:t>
    </dgm:pt>
    <dgm:pt modelId="{EFFA9006-A17D-4C87-AC92-6D4C41B632F6}" type="sibTrans" cxnId="{06FF7CDF-4B21-4319-AAC1-02CDDCFEE46F}">
      <dgm:prSet/>
      <dgm:spPr/>
      <dgm:t>
        <a:bodyPr/>
        <a:lstStyle/>
        <a:p>
          <a:endParaRPr lang="en-US"/>
        </a:p>
      </dgm:t>
    </dgm:pt>
    <dgm:pt modelId="{DF095D98-BC46-4B04-8AF9-02FD23B23BA1}" type="pres">
      <dgm:prSet presAssocID="{B32B1652-5BB8-4A06-9F27-5C6F8F635E8A}" presName="linear" presStyleCnt="0">
        <dgm:presLayoutVars>
          <dgm:dir/>
          <dgm:animLvl val="lvl"/>
          <dgm:resizeHandles val="exact"/>
        </dgm:presLayoutVars>
      </dgm:prSet>
      <dgm:spPr/>
    </dgm:pt>
    <dgm:pt modelId="{FA96F2AA-87C5-4E7A-A082-3168AED41969}" type="pres">
      <dgm:prSet presAssocID="{8455A4CA-C8D5-418E-8BC5-29D5514D3823}" presName="parentLin" presStyleCnt="0"/>
      <dgm:spPr/>
    </dgm:pt>
    <dgm:pt modelId="{17B62E43-2463-4263-AD5C-8BE10EA0D7AB}" type="pres">
      <dgm:prSet presAssocID="{8455A4CA-C8D5-418E-8BC5-29D5514D3823}" presName="parentLeftMargin" presStyleLbl="node1" presStyleIdx="0" presStyleCnt="4"/>
      <dgm:spPr/>
    </dgm:pt>
    <dgm:pt modelId="{0C651571-DE9B-48DB-8AE2-987EEE1AC5FA}" type="pres">
      <dgm:prSet presAssocID="{8455A4CA-C8D5-418E-8BC5-29D5514D382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B112E38-9CE4-4DB4-8546-61F750CF32F3}" type="pres">
      <dgm:prSet presAssocID="{8455A4CA-C8D5-418E-8BC5-29D5514D3823}" presName="negativeSpace" presStyleCnt="0"/>
      <dgm:spPr/>
    </dgm:pt>
    <dgm:pt modelId="{4549C206-1D15-4DEB-BE23-C7F78AFAD7C9}" type="pres">
      <dgm:prSet presAssocID="{8455A4CA-C8D5-418E-8BC5-29D5514D3823}" presName="childText" presStyleLbl="conFgAcc1" presStyleIdx="0" presStyleCnt="4">
        <dgm:presLayoutVars>
          <dgm:bulletEnabled val="1"/>
        </dgm:presLayoutVars>
      </dgm:prSet>
      <dgm:spPr/>
    </dgm:pt>
    <dgm:pt modelId="{4BA13E00-F0E5-4C97-8966-1C2BA9AB6416}" type="pres">
      <dgm:prSet presAssocID="{439A05AB-7B6F-4BBF-94A8-DC9C579C0652}" presName="spaceBetweenRectangles" presStyleCnt="0"/>
      <dgm:spPr/>
    </dgm:pt>
    <dgm:pt modelId="{AAF15D49-A063-41AA-849F-9A94FE633CBA}" type="pres">
      <dgm:prSet presAssocID="{5E801703-A348-4811-9F2E-A289975EC708}" presName="parentLin" presStyleCnt="0"/>
      <dgm:spPr/>
    </dgm:pt>
    <dgm:pt modelId="{3719C5D3-C496-4C95-AAB8-222FE1D56764}" type="pres">
      <dgm:prSet presAssocID="{5E801703-A348-4811-9F2E-A289975EC708}" presName="parentLeftMargin" presStyleLbl="node1" presStyleIdx="0" presStyleCnt="4"/>
      <dgm:spPr/>
    </dgm:pt>
    <dgm:pt modelId="{29D5C0C2-A1C2-414D-B6EE-3DB494DFDE97}" type="pres">
      <dgm:prSet presAssocID="{5E801703-A348-4811-9F2E-A289975EC70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3417F47-A4AB-4D12-B5DA-EEBCD1451BA6}" type="pres">
      <dgm:prSet presAssocID="{5E801703-A348-4811-9F2E-A289975EC708}" presName="negativeSpace" presStyleCnt="0"/>
      <dgm:spPr/>
    </dgm:pt>
    <dgm:pt modelId="{086F296F-2713-4C2C-9546-BAD5711B79B8}" type="pres">
      <dgm:prSet presAssocID="{5E801703-A348-4811-9F2E-A289975EC708}" presName="childText" presStyleLbl="conFgAcc1" presStyleIdx="1" presStyleCnt="4">
        <dgm:presLayoutVars>
          <dgm:bulletEnabled val="1"/>
        </dgm:presLayoutVars>
      </dgm:prSet>
      <dgm:spPr/>
    </dgm:pt>
    <dgm:pt modelId="{F4A7E2C4-D239-46C7-8A28-267AA10FD12B}" type="pres">
      <dgm:prSet presAssocID="{44A39080-0AFF-4C18-8A18-179C861AF9DC}" presName="spaceBetweenRectangles" presStyleCnt="0"/>
      <dgm:spPr/>
    </dgm:pt>
    <dgm:pt modelId="{9304A3AD-7C5F-4C3B-8E9E-51E3B7D61676}" type="pres">
      <dgm:prSet presAssocID="{25E53CB2-D140-4DA1-86A8-AB8AB8F9661E}" presName="parentLin" presStyleCnt="0"/>
      <dgm:spPr/>
    </dgm:pt>
    <dgm:pt modelId="{51225B31-5CCB-4321-B63D-B8BD9198B233}" type="pres">
      <dgm:prSet presAssocID="{25E53CB2-D140-4DA1-86A8-AB8AB8F9661E}" presName="parentLeftMargin" presStyleLbl="node1" presStyleIdx="1" presStyleCnt="4"/>
      <dgm:spPr/>
    </dgm:pt>
    <dgm:pt modelId="{15DD4CA1-D23C-4E9D-B7EF-233BE6C5280B}" type="pres">
      <dgm:prSet presAssocID="{25E53CB2-D140-4DA1-86A8-AB8AB8F9661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E183B13-601D-4428-9DC4-EAC2D3B16384}" type="pres">
      <dgm:prSet presAssocID="{25E53CB2-D140-4DA1-86A8-AB8AB8F9661E}" presName="negativeSpace" presStyleCnt="0"/>
      <dgm:spPr/>
    </dgm:pt>
    <dgm:pt modelId="{54BF3EE7-FFA9-4D30-8C3F-0E81DB3296A6}" type="pres">
      <dgm:prSet presAssocID="{25E53CB2-D140-4DA1-86A8-AB8AB8F9661E}" presName="childText" presStyleLbl="conFgAcc1" presStyleIdx="2" presStyleCnt="4">
        <dgm:presLayoutVars>
          <dgm:bulletEnabled val="1"/>
        </dgm:presLayoutVars>
      </dgm:prSet>
      <dgm:spPr/>
    </dgm:pt>
    <dgm:pt modelId="{BD95CC32-DC3C-45F3-9F93-17FC1E7AD6EE}" type="pres">
      <dgm:prSet presAssocID="{8AA02A89-1B85-42C8-899E-F15722657B54}" presName="spaceBetweenRectangles" presStyleCnt="0"/>
      <dgm:spPr/>
    </dgm:pt>
    <dgm:pt modelId="{12CCD730-5825-4336-9EF1-68616D94BA22}" type="pres">
      <dgm:prSet presAssocID="{65E77F59-8128-4239-8EF9-CDF33000B623}" presName="parentLin" presStyleCnt="0"/>
      <dgm:spPr/>
    </dgm:pt>
    <dgm:pt modelId="{BE2636FC-E994-4430-93F3-6D9098E86ADC}" type="pres">
      <dgm:prSet presAssocID="{65E77F59-8128-4239-8EF9-CDF33000B623}" presName="parentLeftMargin" presStyleLbl="node1" presStyleIdx="2" presStyleCnt="4"/>
      <dgm:spPr/>
    </dgm:pt>
    <dgm:pt modelId="{E58DDD4D-5B14-461A-A1EA-CE9DFC6C2557}" type="pres">
      <dgm:prSet presAssocID="{65E77F59-8128-4239-8EF9-CDF33000B62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302E304-EA3D-4DA4-8651-FF1936923845}" type="pres">
      <dgm:prSet presAssocID="{65E77F59-8128-4239-8EF9-CDF33000B623}" presName="negativeSpace" presStyleCnt="0"/>
      <dgm:spPr/>
    </dgm:pt>
    <dgm:pt modelId="{924057D5-86F2-4CFF-B550-53FE9D1640E5}" type="pres">
      <dgm:prSet presAssocID="{65E77F59-8128-4239-8EF9-CDF33000B62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26F8B09-4FFE-4819-9BE0-72ED2B9D46A1}" srcId="{B32B1652-5BB8-4A06-9F27-5C6F8F635E8A}" destId="{25E53CB2-D140-4DA1-86A8-AB8AB8F9661E}" srcOrd="2" destOrd="0" parTransId="{B5E9264F-0447-45CA-9EF2-2A572CC4FFDE}" sibTransId="{8AA02A89-1B85-42C8-899E-F15722657B54}"/>
    <dgm:cxn modelId="{86C2DA14-D14F-4F06-AFF7-BBBA508CA978}" type="presOf" srcId="{735AA275-4803-4A86-BA8D-77A68FE2751E}" destId="{4549C206-1D15-4DEB-BE23-C7F78AFAD7C9}" srcOrd="0" destOrd="1" presId="urn:microsoft.com/office/officeart/2005/8/layout/list1"/>
    <dgm:cxn modelId="{FC81CB1F-B31A-45D6-B220-1F5D83B72856}" srcId="{8455A4CA-C8D5-418E-8BC5-29D5514D3823}" destId="{F2D68290-4970-44E2-937B-DEEC23FE3D93}" srcOrd="2" destOrd="0" parTransId="{42AC9C87-B211-4A28-9B6A-19E87631196C}" sibTransId="{B7EF3F28-E0EF-427C-8B02-33568AF831A5}"/>
    <dgm:cxn modelId="{F4E3502E-5249-4730-BED1-1D6424660BB4}" type="presOf" srcId="{65E77F59-8128-4239-8EF9-CDF33000B623}" destId="{BE2636FC-E994-4430-93F3-6D9098E86ADC}" srcOrd="0" destOrd="0" presId="urn:microsoft.com/office/officeart/2005/8/layout/list1"/>
    <dgm:cxn modelId="{8877FE42-B688-41F1-B917-102C3DFD1BE5}" type="presOf" srcId="{8455A4CA-C8D5-418E-8BC5-29D5514D3823}" destId="{17B62E43-2463-4263-AD5C-8BE10EA0D7AB}" srcOrd="0" destOrd="0" presId="urn:microsoft.com/office/officeart/2005/8/layout/list1"/>
    <dgm:cxn modelId="{E9D7AF4F-1285-4E95-9C71-81147E42D851}" srcId="{8455A4CA-C8D5-418E-8BC5-29D5514D3823}" destId="{3B103B5E-90C3-427C-ADF0-67B48D460E7B}" srcOrd="0" destOrd="0" parTransId="{12FF00D1-8D68-4F6A-9873-FD14CF0F6AD6}" sibTransId="{E0AC3965-8E53-421C-9F93-E3935365F0D1}"/>
    <dgm:cxn modelId="{2BFE2050-DC00-4553-82AF-09C66492457F}" srcId="{8455A4CA-C8D5-418E-8BC5-29D5514D3823}" destId="{735AA275-4803-4A86-BA8D-77A68FE2751E}" srcOrd="1" destOrd="0" parTransId="{765DDEF2-0BA6-4EBF-A409-7B8EB5E1E6F3}" sibTransId="{85DADBBA-589C-4951-9B07-1CC545AD650F}"/>
    <dgm:cxn modelId="{A91D6155-7083-4255-B55F-D0AF87824CD0}" srcId="{8455A4CA-C8D5-418E-8BC5-29D5514D3823}" destId="{D9DC56D5-F5CF-4FDC-A611-B930303AC6C8}" srcOrd="3" destOrd="0" parTransId="{877B39EC-B9AB-47A6-8F73-E4992BCC95A2}" sibTransId="{82B8374B-CCA5-45E5-92E8-0571CE2006AE}"/>
    <dgm:cxn modelId="{17C9AB59-CEE5-409B-9749-E9AE4C86FD02}" type="presOf" srcId="{65E77F59-8128-4239-8EF9-CDF33000B623}" destId="{E58DDD4D-5B14-461A-A1EA-CE9DFC6C2557}" srcOrd="1" destOrd="0" presId="urn:microsoft.com/office/officeart/2005/8/layout/list1"/>
    <dgm:cxn modelId="{FDEF385C-E265-424D-A09C-5B5514690EE2}" type="presOf" srcId="{5E801703-A348-4811-9F2E-A289975EC708}" destId="{3719C5D3-C496-4C95-AAB8-222FE1D56764}" srcOrd="0" destOrd="0" presId="urn:microsoft.com/office/officeart/2005/8/layout/list1"/>
    <dgm:cxn modelId="{34939E65-0E4C-4794-B0B5-D8D8030FE433}" srcId="{B32B1652-5BB8-4A06-9F27-5C6F8F635E8A}" destId="{8455A4CA-C8D5-418E-8BC5-29D5514D3823}" srcOrd="0" destOrd="0" parTransId="{7424FF0F-2ADD-4E37-AD99-1F5094D06892}" sibTransId="{439A05AB-7B6F-4BBF-94A8-DC9C579C0652}"/>
    <dgm:cxn modelId="{F8303C68-E40F-421E-BA71-A0080C9369BA}" type="presOf" srcId="{2C5E6F4D-C14C-4F73-BBCB-4A2A8D1A2016}" destId="{086F296F-2713-4C2C-9546-BAD5711B79B8}" srcOrd="0" destOrd="0" presId="urn:microsoft.com/office/officeart/2005/8/layout/list1"/>
    <dgm:cxn modelId="{54210B74-0E7A-41F2-9563-7D310A6135F0}" type="presOf" srcId="{F2D68290-4970-44E2-937B-DEEC23FE3D93}" destId="{4549C206-1D15-4DEB-BE23-C7F78AFAD7C9}" srcOrd="0" destOrd="2" presId="urn:microsoft.com/office/officeart/2005/8/layout/list1"/>
    <dgm:cxn modelId="{BEC26579-6BE4-46B5-9973-3E9215C103D7}" srcId="{25E53CB2-D140-4DA1-86A8-AB8AB8F9661E}" destId="{2FD74B4C-4F7F-49A4-88EA-48062370C462}" srcOrd="0" destOrd="0" parTransId="{E7BB2924-4459-4CD0-A36F-05AA50D2442E}" sibTransId="{67C9BF53-979B-4CD4-BA6E-C6F25FCA017F}"/>
    <dgm:cxn modelId="{280BD597-9D99-4641-9858-2672411CA241}" type="presOf" srcId="{3B103B5E-90C3-427C-ADF0-67B48D460E7B}" destId="{4549C206-1D15-4DEB-BE23-C7F78AFAD7C9}" srcOrd="0" destOrd="0" presId="urn:microsoft.com/office/officeart/2005/8/layout/list1"/>
    <dgm:cxn modelId="{6B1E8799-126F-4CF0-BFFA-573C79F6A14B}" srcId="{8455A4CA-C8D5-418E-8BC5-29D5514D3823}" destId="{A66F9E0E-61DE-4123-B8C2-E391D1429F14}" srcOrd="4" destOrd="0" parTransId="{E89108F0-3F10-44FF-8A0E-238AEA22985B}" sibTransId="{9E8C373F-4B7C-4AAA-951B-667D60D2A9C5}"/>
    <dgm:cxn modelId="{7006E39A-9E84-4958-9FA9-7B075CA3F3A8}" srcId="{B32B1652-5BB8-4A06-9F27-5C6F8F635E8A}" destId="{5E801703-A348-4811-9F2E-A289975EC708}" srcOrd="1" destOrd="0" parTransId="{70942A0F-F0FE-43B0-9D6E-A15C871362CA}" sibTransId="{44A39080-0AFF-4C18-8A18-179C861AF9DC}"/>
    <dgm:cxn modelId="{F674439C-1EB0-4340-A0E2-72E93F658F44}" type="presOf" srcId="{B32B1652-5BB8-4A06-9F27-5C6F8F635E8A}" destId="{DF095D98-BC46-4B04-8AF9-02FD23B23BA1}" srcOrd="0" destOrd="0" presId="urn:microsoft.com/office/officeart/2005/8/layout/list1"/>
    <dgm:cxn modelId="{A34E87AD-9998-4328-B7A8-08FEE2AAB2FF}" srcId="{B32B1652-5BB8-4A06-9F27-5C6F8F635E8A}" destId="{65E77F59-8128-4239-8EF9-CDF33000B623}" srcOrd="3" destOrd="0" parTransId="{3DEBE305-3F15-46E9-B7C4-32413C9E3C11}" sibTransId="{2C101430-E601-401B-BBDF-0F44D737524C}"/>
    <dgm:cxn modelId="{E2B5A9B3-E87B-4857-B37E-D7AC6F285061}" type="presOf" srcId="{25E53CB2-D140-4DA1-86A8-AB8AB8F9661E}" destId="{51225B31-5CCB-4321-B63D-B8BD9198B233}" srcOrd="0" destOrd="0" presId="urn:microsoft.com/office/officeart/2005/8/layout/list1"/>
    <dgm:cxn modelId="{C356C1BB-5678-4EF8-8980-52605BBF08BB}" type="presOf" srcId="{2FD74B4C-4F7F-49A4-88EA-48062370C462}" destId="{54BF3EE7-FFA9-4D30-8C3F-0E81DB3296A6}" srcOrd="0" destOrd="0" presId="urn:microsoft.com/office/officeart/2005/8/layout/list1"/>
    <dgm:cxn modelId="{1C3AC7BD-C0A2-475D-A6E2-60C7B18C6F20}" type="presOf" srcId="{A66F9E0E-61DE-4123-B8C2-E391D1429F14}" destId="{4549C206-1D15-4DEB-BE23-C7F78AFAD7C9}" srcOrd="0" destOrd="4" presId="urn:microsoft.com/office/officeart/2005/8/layout/list1"/>
    <dgm:cxn modelId="{CB7440C0-2CD2-4236-B740-39BD10E87094}" srcId="{5E801703-A348-4811-9F2E-A289975EC708}" destId="{2C5E6F4D-C14C-4F73-BBCB-4A2A8D1A2016}" srcOrd="0" destOrd="0" parTransId="{E2DBF3CB-7559-4EE6-9DEE-E38E8A48709B}" sibTransId="{8881DEF5-4376-4A9C-A92B-F13E40249EF6}"/>
    <dgm:cxn modelId="{08DBABD6-B587-4300-9215-66E2B439F629}" type="presOf" srcId="{5E801703-A348-4811-9F2E-A289975EC708}" destId="{29D5C0C2-A1C2-414D-B6EE-3DB494DFDE97}" srcOrd="1" destOrd="0" presId="urn:microsoft.com/office/officeart/2005/8/layout/list1"/>
    <dgm:cxn modelId="{06FF7CDF-4B21-4319-AAC1-02CDDCFEE46F}" srcId="{65E77F59-8128-4239-8EF9-CDF33000B623}" destId="{FFA88ACC-680F-43CD-A823-91B8CF7D69AF}" srcOrd="0" destOrd="0" parTransId="{286850A0-86A2-4FE6-9950-6C8A16B73CDB}" sibTransId="{EFFA9006-A17D-4C87-AC92-6D4C41B632F6}"/>
    <dgm:cxn modelId="{03F20DE6-B811-421D-BA18-4C7F7D1B2E72}" type="presOf" srcId="{8455A4CA-C8D5-418E-8BC5-29D5514D3823}" destId="{0C651571-DE9B-48DB-8AE2-987EEE1AC5FA}" srcOrd="1" destOrd="0" presId="urn:microsoft.com/office/officeart/2005/8/layout/list1"/>
    <dgm:cxn modelId="{015BC9F4-5070-4691-B764-8B7583A521DC}" type="presOf" srcId="{25E53CB2-D140-4DA1-86A8-AB8AB8F9661E}" destId="{15DD4CA1-D23C-4E9D-B7EF-233BE6C5280B}" srcOrd="1" destOrd="0" presId="urn:microsoft.com/office/officeart/2005/8/layout/list1"/>
    <dgm:cxn modelId="{6468E4FB-11BE-4CD0-976F-616F0A0402D9}" type="presOf" srcId="{FFA88ACC-680F-43CD-A823-91B8CF7D69AF}" destId="{924057D5-86F2-4CFF-B550-53FE9D1640E5}" srcOrd="0" destOrd="0" presId="urn:microsoft.com/office/officeart/2005/8/layout/list1"/>
    <dgm:cxn modelId="{2F0BF0FC-C603-436F-8635-F87A58B8F698}" type="presOf" srcId="{D9DC56D5-F5CF-4FDC-A611-B930303AC6C8}" destId="{4549C206-1D15-4DEB-BE23-C7F78AFAD7C9}" srcOrd="0" destOrd="3" presId="urn:microsoft.com/office/officeart/2005/8/layout/list1"/>
    <dgm:cxn modelId="{30DBD88F-AF67-45A8-8CB2-8CA414818F1A}" type="presParOf" srcId="{DF095D98-BC46-4B04-8AF9-02FD23B23BA1}" destId="{FA96F2AA-87C5-4E7A-A082-3168AED41969}" srcOrd="0" destOrd="0" presId="urn:microsoft.com/office/officeart/2005/8/layout/list1"/>
    <dgm:cxn modelId="{984D5948-073C-4EC7-87FD-21B9C53994C6}" type="presParOf" srcId="{FA96F2AA-87C5-4E7A-A082-3168AED41969}" destId="{17B62E43-2463-4263-AD5C-8BE10EA0D7AB}" srcOrd="0" destOrd="0" presId="urn:microsoft.com/office/officeart/2005/8/layout/list1"/>
    <dgm:cxn modelId="{E0A0DF13-732F-4763-BD76-56D89314E913}" type="presParOf" srcId="{FA96F2AA-87C5-4E7A-A082-3168AED41969}" destId="{0C651571-DE9B-48DB-8AE2-987EEE1AC5FA}" srcOrd="1" destOrd="0" presId="urn:microsoft.com/office/officeart/2005/8/layout/list1"/>
    <dgm:cxn modelId="{0E179C70-66AC-429B-B5A5-F3E825527008}" type="presParOf" srcId="{DF095D98-BC46-4B04-8AF9-02FD23B23BA1}" destId="{FB112E38-9CE4-4DB4-8546-61F750CF32F3}" srcOrd="1" destOrd="0" presId="urn:microsoft.com/office/officeart/2005/8/layout/list1"/>
    <dgm:cxn modelId="{78B047A2-DAE6-4826-9E19-D3E161D4DB24}" type="presParOf" srcId="{DF095D98-BC46-4B04-8AF9-02FD23B23BA1}" destId="{4549C206-1D15-4DEB-BE23-C7F78AFAD7C9}" srcOrd="2" destOrd="0" presId="urn:microsoft.com/office/officeart/2005/8/layout/list1"/>
    <dgm:cxn modelId="{684A2BFD-CB23-4759-AD66-BDFAEE53EDD2}" type="presParOf" srcId="{DF095D98-BC46-4B04-8AF9-02FD23B23BA1}" destId="{4BA13E00-F0E5-4C97-8966-1C2BA9AB6416}" srcOrd="3" destOrd="0" presId="urn:microsoft.com/office/officeart/2005/8/layout/list1"/>
    <dgm:cxn modelId="{B388D2D1-1F72-4A69-8B99-A068698C2827}" type="presParOf" srcId="{DF095D98-BC46-4B04-8AF9-02FD23B23BA1}" destId="{AAF15D49-A063-41AA-849F-9A94FE633CBA}" srcOrd="4" destOrd="0" presId="urn:microsoft.com/office/officeart/2005/8/layout/list1"/>
    <dgm:cxn modelId="{6202DF44-8059-4059-A892-BF44C344A5A2}" type="presParOf" srcId="{AAF15D49-A063-41AA-849F-9A94FE633CBA}" destId="{3719C5D3-C496-4C95-AAB8-222FE1D56764}" srcOrd="0" destOrd="0" presId="urn:microsoft.com/office/officeart/2005/8/layout/list1"/>
    <dgm:cxn modelId="{21C0D99B-FCCE-40AB-869E-595ED2B9AD58}" type="presParOf" srcId="{AAF15D49-A063-41AA-849F-9A94FE633CBA}" destId="{29D5C0C2-A1C2-414D-B6EE-3DB494DFDE97}" srcOrd="1" destOrd="0" presId="urn:microsoft.com/office/officeart/2005/8/layout/list1"/>
    <dgm:cxn modelId="{76A9BDF0-BE1D-47A7-9875-3961E3ED2EFB}" type="presParOf" srcId="{DF095D98-BC46-4B04-8AF9-02FD23B23BA1}" destId="{43417F47-A4AB-4D12-B5DA-EEBCD1451BA6}" srcOrd="5" destOrd="0" presId="urn:microsoft.com/office/officeart/2005/8/layout/list1"/>
    <dgm:cxn modelId="{D9372115-126E-4E98-96B0-D9A855644A7A}" type="presParOf" srcId="{DF095D98-BC46-4B04-8AF9-02FD23B23BA1}" destId="{086F296F-2713-4C2C-9546-BAD5711B79B8}" srcOrd="6" destOrd="0" presId="urn:microsoft.com/office/officeart/2005/8/layout/list1"/>
    <dgm:cxn modelId="{AD496A1C-8C6E-4330-9558-830BA9AFBA38}" type="presParOf" srcId="{DF095D98-BC46-4B04-8AF9-02FD23B23BA1}" destId="{F4A7E2C4-D239-46C7-8A28-267AA10FD12B}" srcOrd="7" destOrd="0" presId="urn:microsoft.com/office/officeart/2005/8/layout/list1"/>
    <dgm:cxn modelId="{FFD996B7-1F59-4C42-B7E3-AF7D3C2CD661}" type="presParOf" srcId="{DF095D98-BC46-4B04-8AF9-02FD23B23BA1}" destId="{9304A3AD-7C5F-4C3B-8E9E-51E3B7D61676}" srcOrd="8" destOrd="0" presId="urn:microsoft.com/office/officeart/2005/8/layout/list1"/>
    <dgm:cxn modelId="{D78144E2-1F36-49E4-8527-DDA6F7B817C1}" type="presParOf" srcId="{9304A3AD-7C5F-4C3B-8E9E-51E3B7D61676}" destId="{51225B31-5CCB-4321-B63D-B8BD9198B233}" srcOrd="0" destOrd="0" presId="urn:microsoft.com/office/officeart/2005/8/layout/list1"/>
    <dgm:cxn modelId="{B99EE7D3-DAB5-4C16-981B-75D99EAB8744}" type="presParOf" srcId="{9304A3AD-7C5F-4C3B-8E9E-51E3B7D61676}" destId="{15DD4CA1-D23C-4E9D-B7EF-233BE6C5280B}" srcOrd="1" destOrd="0" presId="urn:microsoft.com/office/officeart/2005/8/layout/list1"/>
    <dgm:cxn modelId="{480A0406-F62C-4959-B98B-4010A6A96C68}" type="presParOf" srcId="{DF095D98-BC46-4B04-8AF9-02FD23B23BA1}" destId="{3E183B13-601D-4428-9DC4-EAC2D3B16384}" srcOrd="9" destOrd="0" presId="urn:microsoft.com/office/officeart/2005/8/layout/list1"/>
    <dgm:cxn modelId="{C88BE79B-5980-43C7-9811-7D31DEA7E7AC}" type="presParOf" srcId="{DF095D98-BC46-4B04-8AF9-02FD23B23BA1}" destId="{54BF3EE7-FFA9-4D30-8C3F-0E81DB3296A6}" srcOrd="10" destOrd="0" presId="urn:microsoft.com/office/officeart/2005/8/layout/list1"/>
    <dgm:cxn modelId="{DE2278BA-83FD-4071-BD87-2BCAF2B47196}" type="presParOf" srcId="{DF095D98-BC46-4B04-8AF9-02FD23B23BA1}" destId="{BD95CC32-DC3C-45F3-9F93-17FC1E7AD6EE}" srcOrd="11" destOrd="0" presId="urn:microsoft.com/office/officeart/2005/8/layout/list1"/>
    <dgm:cxn modelId="{B8952FA2-1EC6-4E28-ABFF-8ECDF6E634AC}" type="presParOf" srcId="{DF095D98-BC46-4B04-8AF9-02FD23B23BA1}" destId="{12CCD730-5825-4336-9EF1-68616D94BA22}" srcOrd="12" destOrd="0" presId="urn:microsoft.com/office/officeart/2005/8/layout/list1"/>
    <dgm:cxn modelId="{BF054B5D-9071-495A-974B-BDCBB677E3ED}" type="presParOf" srcId="{12CCD730-5825-4336-9EF1-68616D94BA22}" destId="{BE2636FC-E994-4430-93F3-6D9098E86ADC}" srcOrd="0" destOrd="0" presId="urn:microsoft.com/office/officeart/2005/8/layout/list1"/>
    <dgm:cxn modelId="{564E85E0-CC7D-4F55-85DE-C1847DFF793C}" type="presParOf" srcId="{12CCD730-5825-4336-9EF1-68616D94BA22}" destId="{E58DDD4D-5B14-461A-A1EA-CE9DFC6C2557}" srcOrd="1" destOrd="0" presId="urn:microsoft.com/office/officeart/2005/8/layout/list1"/>
    <dgm:cxn modelId="{CCD68A3D-E6FA-4034-9CB8-341E1305C52B}" type="presParOf" srcId="{DF095D98-BC46-4B04-8AF9-02FD23B23BA1}" destId="{A302E304-EA3D-4DA4-8651-FF1936923845}" srcOrd="13" destOrd="0" presId="urn:microsoft.com/office/officeart/2005/8/layout/list1"/>
    <dgm:cxn modelId="{C3F7C5C9-4ACF-43AD-B659-69C48C1141ED}" type="presParOf" srcId="{DF095D98-BC46-4B04-8AF9-02FD23B23BA1}" destId="{924057D5-86F2-4CFF-B550-53FE9D1640E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37A98E9-6CEE-4A1A-B8EF-64D3BD69A068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DCF7A98-28A6-4B0E-A3B4-1BC8437E3EDD}">
      <dgm:prSet/>
      <dgm:spPr/>
      <dgm:t>
        <a:bodyPr/>
        <a:lstStyle/>
        <a:p>
          <a:r>
            <a:rPr lang="en-US"/>
            <a:t>Configure Security Group:</a:t>
          </a:r>
        </a:p>
      </dgm:t>
    </dgm:pt>
    <dgm:pt modelId="{AE5F9090-5705-4610-88D7-C19118333A3F}" type="parTrans" cxnId="{BAC3830B-BA6F-4A28-8356-EBF8C31CA6E8}">
      <dgm:prSet/>
      <dgm:spPr/>
      <dgm:t>
        <a:bodyPr/>
        <a:lstStyle/>
        <a:p>
          <a:endParaRPr lang="en-US"/>
        </a:p>
      </dgm:t>
    </dgm:pt>
    <dgm:pt modelId="{63474910-241F-45FA-BFA1-BEDB4731C1C8}" type="sibTrans" cxnId="{BAC3830B-BA6F-4A28-8356-EBF8C31CA6E8}">
      <dgm:prSet/>
      <dgm:spPr/>
      <dgm:t>
        <a:bodyPr/>
        <a:lstStyle/>
        <a:p>
          <a:endParaRPr lang="en-US"/>
        </a:p>
      </dgm:t>
    </dgm:pt>
    <dgm:pt modelId="{F847A3F0-692B-46EE-8E40-9B16654157AF}">
      <dgm:prSet/>
      <dgm:spPr/>
      <dgm:t>
        <a:bodyPr/>
        <a:lstStyle/>
        <a:p>
          <a:r>
            <a:rPr lang="en-US"/>
            <a:t>Set up a Security Group to allow necessary inbound traffic to the EC2 instance.</a:t>
          </a:r>
        </a:p>
      </dgm:t>
    </dgm:pt>
    <dgm:pt modelId="{3594CBB7-37D5-4A55-AFD3-86F55AEED227}" type="parTrans" cxnId="{B40D3187-4E9C-4075-B423-8D443FB9B84A}">
      <dgm:prSet/>
      <dgm:spPr/>
      <dgm:t>
        <a:bodyPr/>
        <a:lstStyle/>
        <a:p>
          <a:endParaRPr lang="en-US"/>
        </a:p>
      </dgm:t>
    </dgm:pt>
    <dgm:pt modelId="{F50FC0B2-F24B-4850-A019-9B384DA5F9D5}" type="sibTrans" cxnId="{B40D3187-4E9C-4075-B423-8D443FB9B84A}">
      <dgm:prSet/>
      <dgm:spPr/>
      <dgm:t>
        <a:bodyPr/>
        <a:lstStyle/>
        <a:p>
          <a:endParaRPr lang="en-US"/>
        </a:p>
      </dgm:t>
    </dgm:pt>
    <dgm:pt modelId="{326FCEE1-64F5-418F-B4CD-72D95B3CED7A}">
      <dgm:prSet/>
      <dgm:spPr/>
      <dgm:t>
        <a:bodyPr/>
        <a:lstStyle/>
        <a:p>
          <a:r>
            <a:rPr lang="en-US"/>
            <a:t>Set up API Gateway:</a:t>
          </a:r>
        </a:p>
      </dgm:t>
    </dgm:pt>
    <dgm:pt modelId="{AADCC7D9-330B-4D99-90D9-C91E0A4BAC04}" type="parTrans" cxnId="{15297441-AC99-4250-B926-8B942DB07413}">
      <dgm:prSet/>
      <dgm:spPr/>
      <dgm:t>
        <a:bodyPr/>
        <a:lstStyle/>
        <a:p>
          <a:endParaRPr lang="en-US"/>
        </a:p>
      </dgm:t>
    </dgm:pt>
    <dgm:pt modelId="{B9967F0B-BA7B-4870-B4AF-C29A114074A7}" type="sibTrans" cxnId="{15297441-AC99-4250-B926-8B942DB07413}">
      <dgm:prSet/>
      <dgm:spPr/>
      <dgm:t>
        <a:bodyPr/>
        <a:lstStyle/>
        <a:p>
          <a:endParaRPr lang="en-US"/>
        </a:p>
      </dgm:t>
    </dgm:pt>
    <dgm:pt modelId="{56B35E6A-921C-46C2-9F76-52FAEA380BC6}">
      <dgm:prSet/>
      <dgm:spPr/>
      <dgm:t>
        <a:bodyPr/>
        <a:lstStyle/>
        <a:p>
          <a:r>
            <a:rPr lang="en-US"/>
            <a:t>Use API Gateway to create an HTTP API and integrate it with the EC2 instance's HTTP URI.</a:t>
          </a:r>
        </a:p>
      </dgm:t>
    </dgm:pt>
    <dgm:pt modelId="{5A1F7CE7-7C1A-469D-B60C-18A867A81457}" type="parTrans" cxnId="{5567BCA4-A99C-41D2-883F-CB0E40140B99}">
      <dgm:prSet/>
      <dgm:spPr/>
      <dgm:t>
        <a:bodyPr/>
        <a:lstStyle/>
        <a:p>
          <a:endParaRPr lang="en-US"/>
        </a:p>
      </dgm:t>
    </dgm:pt>
    <dgm:pt modelId="{FF7213C2-3A94-44B6-A549-A897D9B66608}" type="sibTrans" cxnId="{5567BCA4-A99C-41D2-883F-CB0E40140B99}">
      <dgm:prSet/>
      <dgm:spPr/>
      <dgm:t>
        <a:bodyPr/>
        <a:lstStyle/>
        <a:p>
          <a:endParaRPr lang="en-US"/>
        </a:p>
      </dgm:t>
    </dgm:pt>
    <dgm:pt modelId="{FA0AFFD2-FBA7-4FBA-908C-9E3E90084A53}">
      <dgm:prSet/>
      <dgm:spPr/>
      <dgm:t>
        <a:bodyPr/>
        <a:lstStyle/>
        <a:p>
          <a:r>
            <a:rPr lang="en-US"/>
            <a:t>Deploy PHP Project:</a:t>
          </a:r>
        </a:p>
      </dgm:t>
    </dgm:pt>
    <dgm:pt modelId="{73EE8BA5-3F47-4FDA-8C62-539F86190B98}" type="parTrans" cxnId="{6B4B5196-74A2-4F2D-86DC-2617ABD5C303}">
      <dgm:prSet/>
      <dgm:spPr/>
      <dgm:t>
        <a:bodyPr/>
        <a:lstStyle/>
        <a:p>
          <a:endParaRPr lang="en-US"/>
        </a:p>
      </dgm:t>
    </dgm:pt>
    <dgm:pt modelId="{FD392E0C-8374-4C97-BCE4-702352666508}" type="sibTrans" cxnId="{6B4B5196-74A2-4F2D-86DC-2617ABD5C303}">
      <dgm:prSet/>
      <dgm:spPr/>
      <dgm:t>
        <a:bodyPr/>
        <a:lstStyle/>
        <a:p>
          <a:endParaRPr lang="en-US"/>
        </a:p>
      </dgm:t>
    </dgm:pt>
    <dgm:pt modelId="{4C68B513-95AB-4AB8-89BD-C044981E1D2E}">
      <dgm:prSet/>
      <dgm:spPr/>
      <dgm:t>
        <a:bodyPr/>
        <a:lstStyle/>
        <a:p>
          <a:r>
            <a:rPr lang="en-US"/>
            <a:t>Upload PHP project files to the EC2 instance and configure Apache to serve the application.</a:t>
          </a:r>
        </a:p>
      </dgm:t>
    </dgm:pt>
    <dgm:pt modelId="{858444E4-D8F7-4332-B9F3-F88AD3E5E579}" type="parTrans" cxnId="{3D0C582B-4562-4F44-ADA1-C5B2951DEB26}">
      <dgm:prSet/>
      <dgm:spPr/>
      <dgm:t>
        <a:bodyPr/>
        <a:lstStyle/>
        <a:p>
          <a:endParaRPr lang="en-US"/>
        </a:p>
      </dgm:t>
    </dgm:pt>
    <dgm:pt modelId="{126E943C-7CA5-424B-AA05-2185DDBEB289}" type="sibTrans" cxnId="{3D0C582B-4562-4F44-ADA1-C5B2951DEB26}">
      <dgm:prSet/>
      <dgm:spPr/>
      <dgm:t>
        <a:bodyPr/>
        <a:lstStyle/>
        <a:p>
          <a:endParaRPr lang="en-US"/>
        </a:p>
      </dgm:t>
    </dgm:pt>
    <dgm:pt modelId="{70FA7F11-7EAF-4D65-8C12-88CAFEEADF37}">
      <dgm:prSet/>
      <dgm:spPr/>
      <dgm:t>
        <a:bodyPr/>
        <a:lstStyle/>
        <a:p>
          <a:r>
            <a:rPr lang="en-US"/>
            <a:t>Connect Database and Application:</a:t>
          </a:r>
        </a:p>
      </dgm:t>
    </dgm:pt>
    <dgm:pt modelId="{FA2F840E-86AE-4CB8-BA69-91476C1F83FB}" type="parTrans" cxnId="{876CA826-C47B-4D7F-9809-6C1154D8473D}">
      <dgm:prSet/>
      <dgm:spPr/>
      <dgm:t>
        <a:bodyPr/>
        <a:lstStyle/>
        <a:p>
          <a:endParaRPr lang="en-US"/>
        </a:p>
      </dgm:t>
    </dgm:pt>
    <dgm:pt modelId="{4745E561-D229-4097-AFFF-230EED3289C2}" type="sibTrans" cxnId="{876CA826-C47B-4D7F-9809-6C1154D8473D}">
      <dgm:prSet/>
      <dgm:spPr/>
      <dgm:t>
        <a:bodyPr/>
        <a:lstStyle/>
        <a:p>
          <a:endParaRPr lang="en-US"/>
        </a:p>
      </dgm:t>
    </dgm:pt>
    <dgm:pt modelId="{76EF1E58-0699-4BEC-BADC-12F8A135BC96}">
      <dgm:prSet/>
      <dgm:spPr/>
      <dgm:t>
        <a:bodyPr/>
        <a:lstStyle/>
        <a:p>
          <a:r>
            <a:rPr lang="en-US"/>
            <a:t>Update PHP code to use RDS endpoint for database connection.</a:t>
          </a:r>
        </a:p>
      </dgm:t>
    </dgm:pt>
    <dgm:pt modelId="{CE97D89F-9B9E-4DD0-B81E-EA43057C3AD2}" type="parTrans" cxnId="{0CE6694E-EB45-4428-B31F-A16897A535D5}">
      <dgm:prSet/>
      <dgm:spPr/>
      <dgm:t>
        <a:bodyPr/>
        <a:lstStyle/>
        <a:p>
          <a:endParaRPr lang="en-US"/>
        </a:p>
      </dgm:t>
    </dgm:pt>
    <dgm:pt modelId="{153903D6-D4B7-4CFA-AEB9-4AFE4A080F91}" type="sibTrans" cxnId="{0CE6694E-EB45-4428-B31F-A16897A535D5}">
      <dgm:prSet/>
      <dgm:spPr/>
      <dgm:t>
        <a:bodyPr/>
        <a:lstStyle/>
        <a:p>
          <a:endParaRPr lang="en-US"/>
        </a:p>
      </dgm:t>
    </dgm:pt>
    <dgm:pt modelId="{B2CECB6F-B8EB-49D6-B55E-1AD44ABCA778}">
      <dgm:prSet/>
      <dgm:spPr/>
      <dgm:t>
        <a:bodyPr/>
        <a:lstStyle/>
        <a:p>
          <a:r>
            <a:rPr lang="en-US"/>
            <a:t>Verify and Monitor:</a:t>
          </a:r>
        </a:p>
      </dgm:t>
    </dgm:pt>
    <dgm:pt modelId="{3E82167A-9278-412A-92A3-EA3CD2F88692}" type="parTrans" cxnId="{89696875-6CA8-4A41-A7B8-DEB63CF95B8A}">
      <dgm:prSet/>
      <dgm:spPr/>
      <dgm:t>
        <a:bodyPr/>
        <a:lstStyle/>
        <a:p>
          <a:endParaRPr lang="en-US"/>
        </a:p>
      </dgm:t>
    </dgm:pt>
    <dgm:pt modelId="{78CA15D9-FDF2-4B92-995E-B37664FF8F7E}" type="sibTrans" cxnId="{89696875-6CA8-4A41-A7B8-DEB63CF95B8A}">
      <dgm:prSet/>
      <dgm:spPr/>
      <dgm:t>
        <a:bodyPr/>
        <a:lstStyle/>
        <a:p>
          <a:endParaRPr lang="en-US"/>
        </a:p>
      </dgm:t>
    </dgm:pt>
    <dgm:pt modelId="{70AA8F3A-614A-4812-959D-9168EF5130AF}">
      <dgm:prSet/>
      <dgm:spPr/>
      <dgm:t>
        <a:bodyPr/>
        <a:lstStyle/>
        <a:p>
          <a:r>
            <a:rPr lang="en-US"/>
            <a:t>Ensure the application works correctly and monitor the resources for optimal performance.</a:t>
          </a:r>
        </a:p>
      </dgm:t>
    </dgm:pt>
    <dgm:pt modelId="{59F22221-C6AB-4682-A437-B65E3302D119}" type="parTrans" cxnId="{C119E852-87A9-445F-8C4A-D378E08F4EE6}">
      <dgm:prSet/>
      <dgm:spPr/>
      <dgm:t>
        <a:bodyPr/>
        <a:lstStyle/>
        <a:p>
          <a:endParaRPr lang="en-US"/>
        </a:p>
      </dgm:t>
    </dgm:pt>
    <dgm:pt modelId="{7D1B1C59-3030-499B-B19D-D6F493E5B5D7}" type="sibTrans" cxnId="{C119E852-87A9-445F-8C4A-D378E08F4EE6}">
      <dgm:prSet/>
      <dgm:spPr/>
      <dgm:t>
        <a:bodyPr/>
        <a:lstStyle/>
        <a:p>
          <a:endParaRPr lang="en-US"/>
        </a:p>
      </dgm:t>
    </dgm:pt>
    <dgm:pt modelId="{D4CB1AF4-AD86-42E0-815A-B8FEAF9A4EE9}" type="pres">
      <dgm:prSet presAssocID="{837A98E9-6CEE-4A1A-B8EF-64D3BD69A068}" presName="linear" presStyleCnt="0">
        <dgm:presLayoutVars>
          <dgm:animLvl val="lvl"/>
          <dgm:resizeHandles val="exact"/>
        </dgm:presLayoutVars>
      </dgm:prSet>
      <dgm:spPr/>
    </dgm:pt>
    <dgm:pt modelId="{777282B2-E1A9-493A-A974-E488F9F82336}" type="pres">
      <dgm:prSet presAssocID="{8DCF7A98-28A6-4B0E-A3B4-1BC8437E3ED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4972AF2-DE75-43F3-B8F3-A6A415384F3D}" type="pres">
      <dgm:prSet presAssocID="{8DCF7A98-28A6-4B0E-A3B4-1BC8437E3EDD}" presName="childText" presStyleLbl="revTx" presStyleIdx="0" presStyleCnt="5">
        <dgm:presLayoutVars>
          <dgm:bulletEnabled val="1"/>
        </dgm:presLayoutVars>
      </dgm:prSet>
      <dgm:spPr/>
    </dgm:pt>
    <dgm:pt modelId="{114CC15B-6BFC-4FF9-9130-5B5C81303C75}" type="pres">
      <dgm:prSet presAssocID="{326FCEE1-64F5-418F-B4CD-72D95B3CED7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C3F3D89-234D-4DCF-870E-4E06FB0B7556}" type="pres">
      <dgm:prSet presAssocID="{326FCEE1-64F5-418F-B4CD-72D95B3CED7A}" presName="childText" presStyleLbl="revTx" presStyleIdx="1" presStyleCnt="5">
        <dgm:presLayoutVars>
          <dgm:bulletEnabled val="1"/>
        </dgm:presLayoutVars>
      </dgm:prSet>
      <dgm:spPr/>
    </dgm:pt>
    <dgm:pt modelId="{71E115EB-2BE0-4677-BD48-7015E6B7D925}" type="pres">
      <dgm:prSet presAssocID="{FA0AFFD2-FBA7-4FBA-908C-9E3E90084A5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685A224-6B30-472B-BD3F-0BDF4B3FEAAB}" type="pres">
      <dgm:prSet presAssocID="{FA0AFFD2-FBA7-4FBA-908C-9E3E90084A53}" presName="childText" presStyleLbl="revTx" presStyleIdx="2" presStyleCnt="5">
        <dgm:presLayoutVars>
          <dgm:bulletEnabled val="1"/>
        </dgm:presLayoutVars>
      </dgm:prSet>
      <dgm:spPr/>
    </dgm:pt>
    <dgm:pt modelId="{A3E6FED9-FC3C-476B-9F45-EF0AD95B0908}" type="pres">
      <dgm:prSet presAssocID="{70FA7F11-7EAF-4D65-8C12-88CAFEEADF3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24EE47F-32EA-4820-841A-170F852A4CD6}" type="pres">
      <dgm:prSet presAssocID="{70FA7F11-7EAF-4D65-8C12-88CAFEEADF37}" presName="childText" presStyleLbl="revTx" presStyleIdx="3" presStyleCnt="5">
        <dgm:presLayoutVars>
          <dgm:bulletEnabled val="1"/>
        </dgm:presLayoutVars>
      </dgm:prSet>
      <dgm:spPr/>
    </dgm:pt>
    <dgm:pt modelId="{F8C18B6A-66A0-49DD-9939-FD167F94CA96}" type="pres">
      <dgm:prSet presAssocID="{B2CECB6F-B8EB-49D6-B55E-1AD44ABCA778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89A62098-E2A4-4C51-A3DF-3A8ED37212E9}" type="pres">
      <dgm:prSet presAssocID="{B2CECB6F-B8EB-49D6-B55E-1AD44ABCA778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73962509-2942-41F0-881E-C0883DB65ACB}" type="presOf" srcId="{8DCF7A98-28A6-4B0E-A3B4-1BC8437E3EDD}" destId="{777282B2-E1A9-493A-A974-E488F9F82336}" srcOrd="0" destOrd="0" presId="urn:microsoft.com/office/officeart/2005/8/layout/vList2"/>
    <dgm:cxn modelId="{BAC3830B-BA6F-4A28-8356-EBF8C31CA6E8}" srcId="{837A98E9-6CEE-4A1A-B8EF-64D3BD69A068}" destId="{8DCF7A98-28A6-4B0E-A3B4-1BC8437E3EDD}" srcOrd="0" destOrd="0" parTransId="{AE5F9090-5705-4610-88D7-C19118333A3F}" sibTransId="{63474910-241F-45FA-BFA1-BEDB4731C1C8}"/>
    <dgm:cxn modelId="{71A6D422-D51C-4C35-9CB8-09E1F23CC8DC}" type="presOf" srcId="{56B35E6A-921C-46C2-9F76-52FAEA380BC6}" destId="{2C3F3D89-234D-4DCF-870E-4E06FB0B7556}" srcOrd="0" destOrd="0" presId="urn:microsoft.com/office/officeart/2005/8/layout/vList2"/>
    <dgm:cxn modelId="{876CA826-C47B-4D7F-9809-6C1154D8473D}" srcId="{837A98E9-6CEE-4A1A-B8EF-64D3BD69A068}" destId="{70FA7F11-7EAF-4D65-8C12-88CAFEEADF37}" srcOrd="3" destOrd="0" parTransId="{FA2F840E-86AE-4CB8-BA69-91476C1F83FB}" sibTransId="{4745E561-D229-4097-AFFF-230EED3289C2}"/>
    <dgm:cxn modelId="{3D0C582B-4562-4F44-ADA1-C5B2951DEB26}" srcId="{FA0AFFD2-FBA7-4FBA-908C-9E3E90084A53}" destId="{4C68B513-95AB-4AB8-89BD-C044981E1D2E}" srcOrd="0" destOrd="0" parTransId="{858444E4-D8F7-4332-B9F3-F88AD3E5E579}" sibTransId="{126E943C-7CA5-424B-AA05-2185DDBEB289}"/>
    <dgm:cxn modelId="{15297441-AC99-4250-B926-8B942DB07413}" srcId="{837A98E9-6CEE-4A1A-B8EF-64D3BD69A068}" destId="{326FCEE1-64F5-418F-B4CD-72D95B3CED7A}" srcOrd="1" destOrd="0" parTransId="{AADCC7D9-330B-4D99-90D9-C91E0A4BAC04}" sibTransId="{B9967F0B-BA7B-4870-B4AF-C29A114074A7}"/>
    <dgm:cxn modelId="{0CE6694E-EB45-4428-B31F-A16897A535D5}" srcId="{70FA7F11-7EAF-4D65-8C12-88CAFEEADF37}" destId="{76EF1E58-0699-4BEC-BADC-12F8A135BC96}" srcOrd="0" destOrd="0" parTransId="{CE97D89F-9B9E-4DD0-B81E-EA43057C3AD2}" sibTransId="{153903D6-D4B7-4CFA-AEB9-4AFE4A080F91}"/>
    <dgm:cxn modelId="{776A754F-2704-4344-90A3-7BC2326CB43C}" type="presOf" srcId="{326FCEE1-64F5-418F-B4CD-72D95B3CED7A}" destId="{114CC15B-6BFC-4FF9-9130-5B5C81303C75}" srcOrd="0" destOrd="0" presId="urn:microsoft.com/office/officeart/2005/8/layout/vList2"/>
    <dgm:cxn modelId="{C119E852-87A9-445F-8C4A-D378E08F4EE6}" srcId="{B2CECB6F-B8EB-49D6-B55E-1AD44ABCA778}" destId="{70AA8F3A-614A-4812-959D-9168EF5130AF}" srcOrd="0" destOrd="0" parTransId="{59F22221-C6AB-4682-A437-B65E3302D119}" sibTransId="{7D1B1C59-3030-499B-B19D-D6F493E5B5D7}"/>
    <dgm:cxn modelId="{89696875-6CA8-4A41-A7B8-DEB63CF95B8A}" srcId="{837A98E9-6CEE-4A1A-B8EF-64D3BD69A068}" destId="{B2CECB6F-B8EB-49D6-B55E-1AD44ABCA778}" srcOrd="4" destOrd="0" parTransId="{3E82167A-9278-412A-92A3-EA3CD2F88692}" sibTransId="{78CA15D9-FDF2-4B92-995E-B37664FF8F7E}"/>
    <dgm:cxn modelId="{B40D3187-4E9C-4075-B423-8D443FB9B84A}" srcId="{8DCF7A98-28A6-4B0E-A3B4-1BC8437E3EDD}" destId="{F847A3F0-692B-46EE-8E40-9B16654157AF}" srcOrd="0" destOrd="0" parTransId="{3594CBB7-37D5-4A55-AFD3-86F55AEED227}" sibTransId="{F50FC0B2-F24B-4850-A019-9B384DA5F9D5}"/>
    <dgm:cxn modelId="{6B4B5196-74A2-4F2D-86DC-2617ABD5C303}" srcId="{837A98E9-6CEE-4A1A-B8EF-64D3BD69A068}" destId="{FA0AFFD2-FBA7-4FBA-908C-9E3E90084A53}" srcOrd="2" destOrd="0" parTransId="{73EE8BA5-3F47-4FDA-8C62-539F86190B98}" sibTransId="{FD392E0C-8374-4C97-BCE4-702352666508}"/>
    <dgm:cxn modelId="{5567BCA4-A99C-41D2-883F-CB0E40140B99}" srcId="{326FCEE1-64F5-418F-B4CD-72D95B3CED7A}" destId="{56B35E6A-921C-46C2-9F76-52FAEA380BC6}" srcOrd="0" destOrd="0" parTransId="{5A1F7CE7-7C1A-469D-B60C-18A867A81457}" sibTransId="{FF7213C2-3A94-44B6-A549-A897D9B66608}"/>
    <dgm:cxn modelId="{106E8EB8-1619-44A9-86B7-703ABA4D812E}" type="presOf" srcId="{837A98E9-6CEE-4A1A-B8EF-64D3BD69A068}" destId="{D4CB1AF4-AD86-42E0-815A-B8FEAF9A4EE9}" srcOrd="0" destOrd="0" presId="urn:microsoft.com/office/officeart/2005/8/layout/vList2"/>
    <dgm:cxn modelId="{5EE2C7CD-F1A8-41A2-AE29-73F1475C0FDB}" type="presOf" srcId="{70FA7F11-7EAF-4D65-8C12-88CAFEEADF37}" destId="{A3E6FED9-FC3C-476B-9F45-EF0AD95B0908}" srcOrd="0" destOrd="0" presId="urn:microsoft.com/office/officeart/2005/8/layout/vList2"/>
    <dgm:cxn modelId="{EDA2D5DC-0BDF-42DC-84B0-5B871B4C17A4}" type="presOf" srcId="{70AA8F3A-614A-4812-959D-9168EF5130AF}" destId="{89A62098-E2A4-4C51-A3DF-3A8ED37212E9}" srcOrd="0" destOrd="0" presId="urn:microsoft.com/office/officeart/2005/8/layout/vList2"/>
    <dgm:cxn modelId="{664AC4DF-A0EF-4372-97AD-15F48BFD6283}" type="presOf" srcId="{B2CECB6F-B8EB-49D6-B55E-1AD44ABCA778}" destId="{F8C18B6A-66A0-49DD-9939-FD167F94CA96}" srcOrd="0" destOrd="0" presId="urn:microsoft.com/office/officeart/2005/8/layout/vList2"/>
    <dgm:cxn modelId="{349F7CE0-2C2A-4552-9491-42D92E28309B}" type="presOf" srcId="{4C68B513-95AB-4AB8-89BD-C044981E1D2E}" destId="{6685A224-6B30-472B-BD3F-0BDF4B3FEAAB}" srcOrd="0" destOrd="0" presId="urn:microsoft.com/office/officeart/2005/8/layout/vList2"/>
    <dgm:cxn modelId="{8BB829E6-2ECC-492B-BAAA-000BD72A6D0D}" type="presOf" srcId="{76EF1E58-0699-4BEC-BADC-12F8A135BC96}" destId="{C24EE47F-32EA-4820-841A-170F852A4CD6}" srcOrd="0" destOrd="0" presId="urn:microsoft.com/office/officeart/2005/8/layout/vList2"/>
    <dgm:cxn modelId="{5E143FE8-C88E-4976-A59D-653884D2812D}" type="presOf" srcId="{FA0AFFD2-FBA7-4FBA-908C-9E3E90084A53}" destId="{71E115EB-2BE0-4677-BD48-7015E6B7D925}" srcOrd="0" destOrd="0" presId="urn:microsoft.com/office/officeart/2005/8/layout/vList2"/>
    <dgm:cxn modelId="{A94C28F2-98B7-43CB-B7F7-7BC1812E465D}" type="presOf" srcId="{F847A3F0-692B-46EE-8E40-9B16654157AF}" destId="{94972AF2-DE75-43F3-B8F3-A6A415384F3D}" srcOrd="0" destOrd="0" presId="urn:microsoft.com/office/officeart/2005/8/layout/vList2"/>
    <dgm:cxn modelId="{AE1E3BB7-8444-467B-B19E-C6626A5E2E3C}" type="presParOf" srcId="{D4CB1AF4-AD86-42E0-815A-B8FEAF9A4EE9}" destId="{777282B2-E1A9-493A-A974-E488F9F82336}" srcOrd="0" destOrd="0" presId="urn:microsoft.com/office/officeart/2005/8/layout/vList2"/>
    <dgm:cxn modelId="{26C35DC6-0C76-4622-8367-72F420DA2836}" type="presParOf" srcId="{D4CB1AF4-AD86-42E0-815A-B8FEAF9A4EE9}" destId="{94972AF2-DE75-43F3-B8F3-A6A415384F3D}" srcOrd="1" destOrd="0" presId="urn:microsoft.com/office/officeart/2005/8/layout/vList2"/>
    <dgm:cxn modelId="{F1D56566-6E37-413F-984A-F2BCBF5DE633}" type="presParOf" srcId="{D4CB1AF4-AD86-42E0-815A-B8FEAF9A4EE9}" destId="{114CC15B-6BFC-4FF9-9130-5B5C81303C75}" srcOrd="2" destOrd="0" presId="urn:microsoft.com/office/officeart/2005/8/layout/vList2"/>
    <dgm:cxn modelId="{098B5AC1-4F08-4584-9201-9480A28145DA}" type="presParOf" srcId="{D4CB1AF4-AD86-42E0-815A-B8FEAF9A4EE9}" destId="{2C3F3D89-234D-4DCF-870E-4E06FB0B7556}" srcOrd="3" destOrd="0" presId="urn:microsoft.com/office/officeart/2005/8/layout/vList2"/>
    <dgm:cxn modelId="{0FACFE4E-92E9-4927-A2C3-4E5EE47DCD55}" type="presParOf" srcId="{D4CB1AF4-AD86-42E0-815A-B8FEAF9A4EE9}" destId="{71E115EB-2BE0-4677-BD48-7015E6B7D925}" srcOrd="4" destOrd="0" presId="urn:microsoft.com/office/officeart/2005/8/layout/vList2"/>
    <dgm:cxn modelId="{74A4ED8F-F842-4E91-8DAB-6B0B966043D0}" type="presParOf" srcId="{D4CB1AF4-AD86-42E0-815A-B8FEAF9A4EE9}" destId="{6685A224-6B30-472B-BD3F-0BDF4B3FEAAB}" srcOrd="5" destOrd="0" presId="urn:microsoft.com/office/officeart/2005/8/layout/vList2"/>
    <dgm:cxn modelId="{98C4AC2C-D30E-4CEA-95D0-4621D89A095C}" type="presParOf" srcId="{D4CB1AF4-AD86-42E0-815A-B8FEAF9A4EE9}" destId="{A3E6FED9-FC3C-476B-9F45-EF0AD95B0908}" srcOrd="6" destOrd="0" presId="urn:microsoft.com/office/officeart/2005/8/layout/vList2"/>
    <dgm:cxn modelId="{C824A927-D997-477A-99DB-DC5EA682D22A}" type="presParOf" srcId="{D4CB1AF4-AD86-42E0-815A-B8FEAF9A4EE9}" destId="{C24EE47F-32EA-4820-841A-170F852A4CD6}" srcOrd="7" destOrd="0" presId="urn:microsoft.com/office/officeart/2005/8/layout/vList2"/>
    <dgm:cxn modelId="{0E5C3F40-5087-4401-9E94-14EB8DC759B8}" type="presParOf" srcId="{D4CB1AF4-AD86-42E0-815A-B8FEAF9A4EE9}" destId="{F8C18B6A-66A0-49DD-9939-FD167F94CA96}" srcOrd="8" destOrd="0" presId="urn:microsoft.com/office/officeart/2005/8/layout/vList2"/>
    <dgm:cxn modelId="{8180EA5E-EF65-44BE-88E5-585F406709B4}" type="presParOf" srcId="{D4CB1AF4-AD86-42E0-815A-B8FEAF9A4EE9}" destId="{89A62098-E2A4-4C51-A3DF-3A8ED37212E9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FC16BC-A849-4E2B-A1D7-8D2BA594F9AE}">
      <dsp:nvSpPr>
        <dsp:cNvPr id="0" name=""/>
        <dsp:cNvSpPr/>
      </dsp:nvSpPr>
      <dsp:spPr>
        <a:xfrm>
          <a:off x="245736" y="725653"/>
          <a:ext cx="753802" cy="75380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FC9F51-8F4A-469B-B171-D2FFC079838A}">
      <dsp:nvSpPr>
        <dsp:cNvPr id="0" name=""/>
        <dsp:cNvSpPr/>
      </dsp:nvSpPr>
      <dsp:spPr>
        <a:xfrm>
          <a:off x="406382" y="886300"/>
          <a:ext cx="432509" cy="4325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0EA3CF-D904-45CD-A2F4-F8DDAEC2AA83}">
      <dsp:nvSpPr>
        <dsp:cNvPr id="0" name=""/>
        <dsp:cNvSpPr/>
      </dsp:nvSpPr>
      <dsp:spPr>
        <a:xfrm>
          <a:off x="4766" y="1714247"/>
          <a:ext cx="1235742" cy="602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Focus on online transactions, accounts, and analytics.</a:t>
          </a:r>
          <a:endParaRPr lang="en-US" sz="1100" kern="1200"/>
        </a:p>
      </dsp:txBody>
      <dsp:txXfrm>
        <a:off x="4766" y="1714247"/>
        <a:ext cx="1235742" cy="602424"/>
      </dsp:txXfrm>
    </dsp:sp>
    <dsp:sp modelId="{36F6FAF2-BF51-4FA6-8EBB-516C511A17D9}">
      <dsp:nvSpPr>
        <dsp:cNvPr id="0" name=""/>
        <dsp:cNvSpPr/>
      </dsp:nvSpPr>
      <dsp:spPr>
        <a:xfrm>
          <a:off x="1697733" y="725653"/>
          <a:ext cx="753802" cy="75380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BBDDFB-C4B3-4017-9AC3-0BCAD1CD8E21}">
      <dsp:nvSpPr>
        <dsp:cNvPr id="0" name=""/>
        <dsp:cNvSpPr/>
      </dsp:nvSpPr>
      <dsp:spPr>
        <a:xfrm>
          <a:off x="1858380" y="886300"/>
          <a:ext cx="432509" cy="4325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EEA7C7-FE05-46EA-9258-4C69BC824C44}">
      <dsp:nvSpPr>
        <dsp:cNvPr id="0" name=""/>
        <dsp:cNvSpPr/>
      </dsp:nvSpPr>
      <dsp:spPr>
        <a:xfrm>
          <a:off x="1456763" y="1714247"/>
          <a:ext cx="1235742" cy="602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Admin panel and customer panel for management.</a:t>
          </a:r>
          <a:endParaRPr lang="en-US" sz="1100" kern="1200"/>
        </a:p>
      </dsp:txBody>
      <dsp:txXfrm>
        <a:off x="1456763" y="1714247"/>
        <a:ext cx="1235742" cy="602424"/>
      </dsp:txXfrm>
    </dsp:sp>
    <dsp:sp modelId="{78AE622D-8DAC-44FD-A3D1-95A1676035C7}">
      <dsp:nvSpPr>
        <dsp:cNvPr id="0" name=""/>
        <dsp:cNvSpPr/>
      </dsp:nvSpPr>
      <dsp:spPr>
        <a:xfrm>
          <a:off x="3149730" y="725653"/>
          <a:ext cx="753802" cy="75380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C030DC-BC29-4ABB-8E9C-571BFEF1842F}">
      <dsp:nvSpPr>
        <dsp:cNvPr id="0" name=""/>
        <dsp:cNvSpPr/>
      </dsp:nvSpPr>
      <dsp:spPr>
        <a:xfrm>
          <a:off x="3310377" y="886300"/>
          <a:ext cx="432509" cy="4325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03034A-CC31-4907-B742-89B33279581B}">
      <dsp:nvSpPr>
        <dsp:cNvPr id="0" name=""/>
        <dsp:cNvSpPr/>
      </dsp:nvSpPr>
      <dsp:spPr>
        <a:xfrm>
          <a:off x="2908760" y="1714247"/>
          <a:ext cx="1235742" cy="602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Customers can register, apply for banking accounts, and update profiles.</a:t>
          </a:r>
          <a:endParaRPr lang="en-US" sz="1100" kern="1200"/>
        </a:p>
      </dsp:txBody>
      <dsp:txXfrm>
        <a:off x="2908760" y="1714247"/>
        <a:ext cx="1235742" cy="602424"/>
      </dsp:txXfrm>
    </dsp:sp>
    <dsp:sp modelId="{FCBA99B6-6AC4-441F-8397-444C8E7B9940}">
      <dsp:nvSpPr>
        <dsp:cNvPr id="0" name=""/>
        <dsp:cNvSpPr/>
      </dsp:nvSpPr>
      <dsp:spPr>
        <a:xfrm>
          <a:off x="4601727" y="725653"/>
          <a:ext cx="753802" cy="75380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773065-E330-404F-A95E-9DB1FDEFEB4D}">
      <dsp:nvSpPr>
        <dsp:cNvPr id="0" name=""/>
        <dsp:cNvSpPr/>
      </dsp:nvSpPr>
      <dsp:spPr>
        <a:xfrm>
          <a:off x="4762374" y="886300"/>
          <a:ext cx="432509" cy="4325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F2E95E-B4A3-4397-924B-2773015BA763}">
      <dsp:nvSpPr>
        <dsp:cNvPr id="0" name=""/>
        <dsp:cNvSpPr/>
      </dsp:nvSpPr>
      <dsp:spPr>
        <a:xfrm>
          <a:off x="4360757" y="1714247"/>
          <a:ext cx="1235742" cy="602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Finance section includes deposits, withdrawals, transfers, and balance inquiries.</a:t>
          </a:r>
          <a:endParaRPr lang="en-US" sz="1100" kern="1200"/>
        </a:p>
      </dsp:txBody>
      <dsp:txXfrm>
        <a:off x="4360757" y="1714247"/>
        <a:ext cx="1235742" cy="602424"/>
      </dsp:txXfrm>
    </dsp:sp>
    <dsp:sp modelId="{560B017B-2F61-41FF-A705-1C805950BBB9}">
      <dsp:nvSpPr>
        <dsp:cNvPr id="0" name=""/>
        <dsp:cNvSpPr/>
      </dsp:nvSpPr>
      <dsp:spPr>
        <a:xfrm>
          <a:off x="6053724" y="725653"/>
          <a:ext cx="753802" cy="75380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94426C-2A23-4845-8C3F-55EF520DCB95}">
      <dsp:nvSpPr>
        <dsp:cNvPr id="0" name=""/>
        <dsp:cNvSpPr/>
      </dsp:nvSpPr>
      <dsp:spPr>
        <a:xfrm>
          <a:off x="6214371" y="886300"/>
          <a:ext cx="432509" cy="43250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668DB6-2A2A-4A32-B9F9-F9A3AB693586}">
      <dsp:nvSpPr>
        <dsp:cNvPr id="0" name=""/>
        <dsp:cNvSpPr/>
      </dsp:nvSpPr>
      <dsp:spPr>
        <a:xfrm>
          <a:off x="5812755" y="1714247"/>
          <a:ext cx="1235742" cy="602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Transaction history and financial reports track all activities.</a:t>
          </a:r>
          <a:endParaRPr lang="en-US" sz="1100" kern="1200"/>
        </a:p>
      </dsp:txBody>
      <dsp:txXfrm>
        <a:off x="5812755" y="1714247"/>
        <a:ext cx="1235742" cy="6024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2024BC-3E27-4348-91DE-28F1E5F4995F}">
      <dsp:nvSpPr>
        <dsp:cNvPr id="0" name=""/>
        <dsp:cNvSpPr/>
      </dsp:nvSpPr>
      <dsp:spPr>
        <a:xfrm>
          <a:off x="11048" y="0"/>
          <a:ext cx="1367575" cy="11294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A0F2BE-6A4B-4EF8-A191-64B3200F87EE}">
      <dsp:nvSpPr>
        <dsp:cNvPr id="0" name=""/>
        <dsp:cNvSpPr/>
      </dsp:nvSpPr>
      <dsp:spPr>
        <a:xfrm>
          <a:off x="11048" y="1272597"/>
          <a:ext cx="3907357" cy="484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0" i="0" kern="1200"/>
            <a:t>Customer Panel Features:</a:t>
          </a:r>
          <a:endParaRPr lang="en-US" sz="2400" kern="1200"/>
        </a:p>
      </dsp:txBody>
      <dsp:txXfrm>
        <a:off x="11048" y="1272597"/>
        <a:ext cx="3907357" cy="484055"/>
      </dsp:txXfrm>
    </dsp:sp>
    <dsp:sp modelId="{9878DAFD-E7BB-4F6D-BF4F-4BBA472F3CD6}">
      <dsp:nvSpPr>
        <dsp:cNvPr id="0" name=""/>
        <dsp:cNvSpPr/>
      </dsp:nvSpPr>
      <dsp:spPr>
        <a:xfrm>
          <a:off x="11048" y="1823227"/>
          <a:ext cx="3907357" cy="2211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Customers can apply for bank accounts with automatic account number generation.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Multiple bank accounts per customer supported.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Customers have individual dashboards with records and analytics.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Update profiles and passwords.</a:t>
          </a:r>
          <a:endParaRPr lang="en-US" sz="1700" kern="1200"/>
        </a:p>
      </dsp:txBody>
      <dsp:txXfrm>
        <a:off x="11048" y="1823227"/>
        <a:ext cx="3907357" cy="2211172"/>
      </dsp:txXfrm>
    </dsp:sp>
    <dsp:sp modelId="{E4A1A53F-255E-423C-AEC5-017E29A85A05}">
      <dsp:nvSpPr>
        <dsp:cNvPr id="0" name=""/>
        <dsp:cNvSpPr/>
      </dsp:nvSpPr>
      <dsp:spPr>
        <a:xfrm>
          <a:off x="4602193" y="0"/>
          <a:ext cx="1367575" cy="11294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64598D-F666-4F65-887A-8E9148B80C8F}">
      <dsp:nvSpPr>
        <dsp:cNvPr id="0" name=""/>
        <dsp:cNvSpPr/>
      </dsp:nvSpPr>
      <dsp:spPr>
        <a:xfrm>
          <a:off x="4602193" y="1272597"/>
          <a:ext cx="3907357" cy="484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0" i="0" kern="1200"/>
            <a:t>Finance Section:</a:t>
          </a:r>
          <a:endParaRPr lang="en-US" sz="2400" kern="1200"/>
        </a:p>
      </dsp:txBody>
      <dsp:txXfrm>
        <a:off x="4602193" y="1272597"/>
        <a:ext cx="3907357" cy="484055"/>
      </dsp:txXfrm>
    </dsp:sp>
    <dsp:sp modelId="{7D2B4698-6CCD-4070-B544-7251E8202954}">
      <dsp:nvSpPr>
        <dsp:cNvPr id="0" name=""/>
        <dsp:cNvSpPr/>
      </dsp:nvSpPr>
      <dsp:spPr>
        <a:xfrm>
          <a:off x="4602193" y="1823227"/>
          <a:ext cx="3907357" cy="2211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Four categories: Deposits, Withdrawals, Transfers, and Balance inquiries.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Simple deposit and withdrawal procedures.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Easy money transfers to other accounts.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Check overall balance and activities.</a:t>
          </a:r>
          <a:endParaRPr lang="en-US" sz="1700" kern="1200"/>
        </a:p>
      </dsp:txBody>
      <dsp:txXfrm>
        <a:off x="4602193" y="1823227"/>
        <a:ext cx="3907357" cy="22111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3BC876-254E-4D30-A2D4-9722F7F4C5CE}">
      <dsp:nvSpPr>
        <dsp:cNvPr id="0" name=""/>
        <dsp:cNvSpPr/>
      </dsp:nvSpPr>
      <dsp:spPr>
        <a:xfrm>
          <a:off x="6895" y="327132"/>
          <a:ext cx="1368911" cy="13689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C669C9-E42C-402F-92A6-11F26406618A}">
      <dsp:nvSpPr>
        <dsp:cNvPr id="0" name=""/>
        <dsp:cNvSpPr/>
      </dsp:nvSpPr>
      <dsp:spPr>
        <a:xfrm>
          <a:off x="6895" y="1842112"/>
          <a:ext cx="3911176" cy="5866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Transaction History and Financial Reports:</a:t>
          </a:r>
          <a:endParaRPr lang="en-US" sz="1800" kern="1200"/>
        </a:p>
      </dsp:txBody>
      <dsp:txXfrm>
        <a:off x="6895" y="1842112"/>
        <a:ext cx="3911176" cy="586676"/>
      </dsp:txXfrm>
    </dsp:sp>
    <dsp:sp modelId="{1F47A855-9AC8-46CA-9277-D9573FE54DC7}">
      <dsp:nvSpPr>
        <dsp:cNvPr id="0" name=""/>
        <dsp:cNvSpPr/>
      </dsp:nvSpPr>
      <dsp:spPr>
        <a:xfrm>
          <a:off x="6895" y="2496727"/>
          <a:ext cx="3911176" cy="1227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Detailed transaction history with transaction codes, account numbers, types, amounts, and timestamps.</a:t>
          </a:r>
          <a:endParaRPr lang="en-US" sz="1300" kern="120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Financial reports for withdrawals, deposits, and transfers with search function.</a:t>
          </a:r>
          <a:endParaRPr lang="en-US" sz="1300" kern="1200"/>
        </a:p>
      </dsp:txBody>
      <dsp:txXfrm>
        <a:off x="6895" y="2496727"/>
        <a:ext cx="3911176" cy="1227339"/>
      </dsp:txXfrm>
    </dsp:sp>
    <dsp:sp modelId="{09F3A74F-A546-4A97-A725-B0F2A86CE7A9}">
      <dsp:nvSpPr>
        <dsp:cNvPr id="0" name=""/>
        <dsp:cNvSpPr/>
      </dsp:nvSpPr>
      <dsp:spPr>
        <a:xfrm>
          <a:off x="4602527" y="327132"/>
          <a:ext cx="1368911" cy="13689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BA830-C84A-4C01-9E04-0E8EEEB612C2}">
      <dsp:nvSpPr>
        <dsp:cNvPr id="0" name=""/>
        <dsp:cNvSpPr/>
      </dsp:nvSpPr>
      <dsp:spPr>
        <a:xfrm>
          <a:off x="4602527" y="1842112"/>
          <a:ext cx="3911176" cy="5866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Admin Panel:</a:t>
          </a:r>
          <a:endParaRPr lang="en-US" sz="1800" kern="1200"/>
        </a:p>
      </dsp:txBody>
      <dsp:txXfrm>
        <a:off x="4602527" y="1842112"/>
        <a:ext cx="3911176" cy="586676"/>
      </dsp:txXfrm>
    </dsp:sp>
    <dsp:sp modelId="{9067459A-6B55-40BB-B7EF-ACB7E201C31B}">
      <dsp:nvSpPr>
        <dsp:cNvPr id="0" name=""/>
        <dsp:cNvSpPr/>
      </dsp:nvSpPr>
      <dsp:spPr>
        <a:xfrm>
          <a:off x="4602527" y="2496727"/>
          <a:ext cx="3911176" cy="1227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Full control for administrators.</a:t>
          </a:r>
          <a:endParaRPr lang="en-US" sz="1300" kern="120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Manage customers, users, products, and more.</a:t>
          </a:r>
          <a:endParaRPr lang="en-US" sz="1300" kern="120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View overview figures and advanced analytics with pie charts.</a:t>
          </a:r>
          <a:endParaRPr lang="en-US" sz="1300" kern="120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Check latest transactions.</a:t>
          </a:r>
          <a:endParaRPr lang="en-US" sz="1300" kern="1200"/>
        </a:p>
      </dsp:txBody>
      <dsp:txXfrm>
        <a:off x="4602527" y="2496727"/>
        <a:ext cx="3911176" cy="12273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B9D98E-C43F-4E66-AC5A-827FFB97D5F8}">
      <dsp:nvSpPr>
        <dsp:cNvPr id="0" name=""/>
        <dsp:cNvSpPr/>
      </dsp:nvSpPr>
      <dsp:spPr>
        <a:xfrm>
          <a:off x="6572" y="6503"/>
          <a:ext cx="1132892" cy="11187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A5B07-4DBD-4E66-AD2D-BEB20CCDB1F6}">
      <dsp:nvSpPr>
        <dsp:cNvPr id="0" name=""/>
        <dsp:cNvSpPr/>
      </dsp:nvSpPr>
      <dsp:spPr>
        <a:xfrm>
          <a:off x="6572" y="1254421"/>
          <a:ext cx="3236835" cy="47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b="0" i="0" kern="1200"/>
            <a:t>Staff and Client Management:</a:t>
          </a:r>
          <a:endParaRPr lang="en-US" sz="1700" kern="1200"/>
        </a:p>
      </dsp:txBody>
      <dsp:txXfrm>
        <a:off x="6572" y="1254421"/>
        <a:ext cx="3236835" cy="479456"/>
      </dsp:txXfrm>
    </dsp:sp>
    <dsp:sp modelId="{29F412DA-729A-46D2-829F-E5052D5585CC}">
      <dsp:nvSpPr>
        <dsp:cNvPr id="0" name=""/>
        <dsp:cNvSpPr/>
      </dsp:nvSpPr>
      <dsp:spPr>
        <a:xfrm>
          <a:off x="6572" y="1793964"/>
          <a:ext cx="3236835" cy="1241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Admin can manage staff and client members.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Simple registration process for staff with login details.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Client registration with login details and profile picture.</a:t>
          </a:r>
          <a:endParaRPr lang="en-US" sz="1300" kern="1200"/>
        </a:p>
      </dsp:txBody>
      <dsp:txXfrm>
        <a:off x="6572" y="1793964"/>
        <a:ext cx="3236835" cy="1241857"/>
      </dsp:txXfrm>
    </dsp:sp>
    <dsp:sp modelId="{D9503E13-8C63-4F6C-B7F3-0B3A2F90AA3E}">
      <dsp:nvSpPr>
        <dsp:cNvPr id="0" name=""/>
        <dsp:cNvSpPr/>
      </dsp:nvSpPr>
      <dsp:spPr>
        <a:xfrm>
          <a:off x="3809855" y="6503"/>
          <a:ext cx="1132892" cy="11187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F20347-42EF-47AE-BB98-47AB47D66F99}">
      <dsp:nvSpPr>
        <dsp:cNvPr id="0" name=""/>
        <dsp:cNvSpPr/>
      </dsp:nvSpPr>
      <dsp:spPr>
        <a:xfrm>
          <a:off x="3809855" y="1254421"/>
          <a:ext cx="3236835" cy="47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b="0" i="0" kern="1200"/>
            <a:t>Accounts Section:</a:t>
          </a:r>
          <a:endParaRPr lang="en-US" sz="1700" kern="1200"/>
        </a:p>
      </dsp:txBody>
      <dsp:txXfrm>
        <a:off x="3809855" y="1254421"/>
        <a:ext cx="3236835" cy="479456"/>
      </dsp:txXfrm>
    </dsp:sp>
    <dsp:sp modelId="{151E27C8-48AD-4D80-B054-D1FE76AA2B4D}">
      <dsp:nvSpPr>
        <dsp:cNvPr id="0" name=""/>
        <dsp:cNvSpPr/>
      </dsp:nvSpPr>
      <dsp:spPr>
        <a:xfrm>
          <a:off x="3809855" y="1793964"/>
          <a:ext cx="3236835" cy="1241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Admin can add and manage account types.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Account types have names, rates per year, and descriptions.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Search functionality available for quick record finding.</a:t>
          </a:r>
          <a:endParaRPr lang="en-US" sz="1300" kern="1200"/>
        </a:p>
      </dsp:txBody>
      <dsp:txXfrm>
        <a:off x="3809855" y="1793964"/>
        <a:ext cx="3236835" cy="12418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4B6919-7ADF-4FCD-AED8-384829F1844F}">
      <dsp:nvSpPr>
        <dsp:cNvPr id="0" name=""/>
        <dsp:cNvSpPr/>
      </dsp:nvSpPr>
      <dsp:spPr>
        <a:xfrm>
          <a:off x="10010" y="354713"/>
          <a:ext cx="1131786" cy="868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DFCFA2-DC49-4BC9-8A0B-58EA2B9F4853}">
      <dsp:nvSpPr>
        <dsp:cNvPr id="0" name=""/>
        <dsp:cNvSpPr/>
      </dsp:nvSpPr>
      <dsp:spPr>
        <a:xfrm>
          <a:off x="10010" y="1323906"/>
          <a:ext cx="3233674" cy="372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0" i="0" kern="1200"/>
            <a:t>Notification and Finance:</a:t>
          </a:r>
          <a:endParaRPr lang="en-US" sz="2000" kern="1200"/>
        </a:p>
      </dsp:txBody>
      <dsp:txXfrm>
        <a:off x="10010" y="1323906"/>
        <a:ext cx="3233674" cy="372353"/>
      </dsp:txXfrm>
    </dsp:sp>
    <dsp:sp modelId="{3D174B37-055F-474F-BB7A-7E090A753599}">
      <dsp:nvSpPr>
        <dsp:cNvPr id="0" name=""/>
        <dsp:cNvSpPr/>
      </dsp:nvSpPr>
      <dsp:spPr>
        <a:xfrm>
          <a:off x="10010" y="1742942"/>
          <a:ext cx="3233674" cy="945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Admin receives notifications for ongoing system transactions and activities.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Finance section allows completing transactions like teller services.</a:t>
          </a:r>
          <a:endParaRPr lang="en-US" sz="1500" kern="1200"/>
        </a:p>
      </dsp:txBody>
      <dsp:txXfrm>
        <a:off x="10010" y="1742942"/>
        <a:ext cx="3233674" cy="945903"/>
      </dsp:txXfrm>
    </dsp:sp>
    <dsp:sp modelId="{AC1D9701-D93B-47A6-B761-74BE9A2DB72D}">
      <dsp:nvSpPr>
        <dsp:cNvPr id="0" name=""/>
        <dsp:cNvSpPr/>
      </dsp:nvSpPr>
      <dsp:spPr>
        <a:xfrm>
          <a:off x="3809578" y="354713"/>
          <a:ext cx="1131786" cy="868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B0A424-5501-4CE3-9B5B-4FB75C74A1AE}">
      <dsp:nvSpPr>
        <dsp:cNvPr id="0" name=""/>
        <dsp:cNvSpPr/>
      </dsp:nvSpPr>
      <dsp:spPr>
        <a:xfrm>
          <a:off x="3809578" y="1323906"/>
          <a:ext cx="3233674" cy="372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0" i="0" kern="1200" dirty="0"/>
            <a:t>Staff Panel:</a:t>
          </a:r>
          <a:endParaRPr lang="en-US" sz="2000" kern="1200" dirty="0"/>
        </a:p>
      </dsp:txBody>
      <dsp:txXfrm>
        <a:off x="3809578" y="1323906"/>
        <a:ext cx="3233674" cy="372353"/>
      </dsp:txXfrm>
    </dsp:sp>
    <dsp:sp modelId="{38BDDA73-1F35-4A48-A6DB-3AFDE575188B}">
      <dsp:nvSpPr>
        <dsp:cNvPr id="0" name=""/>
        <dsp:cNvSpPr/>
      </dsp:nvSpPr>
      <dsp:spPr>
        <a:xfrm>
          <a:off x="3809578" y="1742942"/>
          <a:ext cx="3233674" cy="945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Staff can view overall transactions, deposits, withdrawals, transfers, and bank accounts.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Manage client members, bank accounts, and finances.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View account holders' transaction history and financial reports.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Receive system activity notifications.</a:t>
          </a:r>
          <a:endParaRPr lang="en-US" sz="1500" kern="1200"/>
        </a:p>
      </dsp:txBody>
      <dsp:txXfrm>
        <a:off x="3809578" y="1742942"/>
        <a:ext cx="3233674" cy="9459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49C206-1D15-4DEB-BE23-C7F78AFAD7C9}">
      <dsp:nvSpPr>
        <dsp:cNvPr id="0" name=""/>
        <dsp:cNvSpPr/>
      </dsp:nvSpPr>
      <dsp:spPr>
        <a:xfrm>
          <a:off x="0" y="290176"/>
          <a:ext cx="4429746" cy="992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3798" tIns="187452" rIns="343798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Amazon RDS: Store data in MySQL database.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Amazon EC2: Host the PHP application.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Elastic IP: Allocate a static public IP address to the EC2 instance.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Security Group: Control inbound traffic to the EC2 instance.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API Gateway: Create an HTTP API to mask the EC2 IP address.</a:t>
          </a:r>
        </a:p>
      </dsp:txBody>
      <dsp:txXfrm>
        <a:off x="0" y="290176"/>
        <a:ext cx="4429746" cy="992250"/>
      </dsp:txXfrm>
    </dsp:sp>
    <dsp:sp modelId="{0C651571-DE9B-48DB-8AE2-987EEE1AC5FA}">
      <dsp:nvSpPr>
        <dsp:cNvPr id="0" name=""/>
        <dsp:cNvSpPr/>
      </dsp:nvSpPr>
      <dsp:spPr>
        <a:xfrm>
          <a:off x="221487" y="157336"/>
          <a:ext cx="3100822" cy="265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7204" tIns="0" rIns="117204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AWS Services Used:</a:t>
          </a:r>
        </a:p>
      </dsp:txBody>
      <dsp:txXfrm>
        <a:off x="234456" y="170305"/>
        <a:ext cx="3074884" cy="239742"/>
      </dsp:txXfrm>
    </dsp:sp>
    <dsp:sp modelId="{086F296F-2713-4C2C-9546-BAD5711B79B8}">
      <dsp:nvSpPr>
        <dsp:cNvPr id="0" name=""/>
        <dsp:cNvSpPr/>
      </dsp:nvSpPr>
      <dsp:spPr>
        <a:xfrm>
          <a:off x="0" y="1463867"/>
          <a:ext cx="4429746" cy="510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-1292792"/>
              <a:satOff val="-2924"/>
              <a:lumOff val="-18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3798" tIns="187452" rIns="343798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Use Amazon RDS to create a MySQL database instance for data storage.</a:t>
          </a:r>
        </a:p>
      </dsp:txBody>
      <dsp:txXfrm>
        <a:off x="0" y="1463867"/>
        <a:ext cx="4429746" cy="510300"/>
      </dsp:txXfrm>
    </dsp:sp>
    <dsp:sp modelId="{29D5C0C2-A1C2-414D-B6EE-3DB494DFDE97}">
      <dsp:nvSpPr>
        <dsp:cNvPr id="0" name=""/>
        <dsp:cNvSpPr/>
      </dsp:nvSpPr>
      <dsp:spPr>
        <a:xfrm>
          <a:off x="221487" y="1331027"/>
          <a:ext cx="3100822" cy="265680"/>
        </a:xfrm>
        <a:prstGeom prst="roundRect">
          <a:avLst/>
        </a:prstGeom>
        <a:solidFill>
          <a:schemeClr val="accent2">
            <a:hueOff val="-1292792"/>
            <a:satOff val="-2924"/>
            <a:lumOff val="-1895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7204" tIns="0" rIns="117204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Create RDS Instance:</a:t>
          </a:r>
        </a:p>
      </dsp:txBody>
      <dsp:txXfrm>
        <a:off x="234456" y="1343996"/>
        <a:ext cx="3074884" cy="239742"/>
      </dsp:txXfrm>
    </dsp:sp>
    <dsp:sp modelId="{54BF3EE7-FFA9-4D30-8C3F-0E81DB3296A6}">
      <dsp:nvSpPr>
        <dsp:cNvPr id="0" name=""/>
        <dsp:cNvSpPr/>
      </dsp:nvSpPr>
      <dsp:spPr>
        <a:xfrm>
          <a:off x="0" y="2155607"/>
          <a:ext cx="4429746" cy="510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-2585584"/>
              <a:satOff val="-5847"/>
              <a:lumOff val="-379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3798" tIns="187452" rIns="343798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Use Amazon EC2 to host the PHP application, selecting an appropriate AMI.</a:t>
          </a:r>
        </a:p>
      </dsp:txBody>
      <dsp:txXfrm>
        <a:off x="0" y="2155607"/>
        <a:ext cx="4429746" cy="510300"/>
      </dsp:txXfrm>
    </dsp:sp>
    <dsp:sp modelId="{15DD4CA1-D23C-4E9D-B7EF-233BE6C5280B}">
      <dsp:nvSpPr>
        <dsp:cNvPr id="0" name=""/>
        <dsp:cNvSpPr/>
      </dsp:nvSpPr>
      <dsp:spPr>
        <a:xfrm>
          <a:off x="221487" y="2022767"/>
          <a:ext cx="3100822" cy="265680"/>
        </a:xfrm>
        <a:prstGeom prst="roundRect">
          <a:avLst/>
        </a:prstGeom>
        <a:solidFill>
          <a:schemeClr val="accent2">
            <a:hueOff val="-2585584"/>
            <a:satOff val="-5847"/>
            <a:lumOff val="-3791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7204" tIns="0" rIns="117204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Launch EC2 Instance:</a:t>
          </a:r>
        </a:p>
      </dsp:txBody>
      <dsp:txXfrm>
        <a:off x="234456" y="2035736"/>
        <a:ext cx="3074884" cy="239742"/>
      </dsp:txXfrm>
    </dsp:sp>
    <dsp:sp modelId="{924057D5-86F2-4CFF-B550-53FE9D1640E5}">
      <dsp:nvSpPr>
        <dsp:cNvPr id="0" name=""/>
        <dsp:cNvSpPr/>
      </dsp:nvSpPr>
      <dsp:spPr>
        <a:xfrm>
          <a:off x="0" y="2847347"/>
          <a:ext cx="4429746" cy="510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-3878375"/>
              <a:satOff val="-8771"/>
              <a:lumOff val="-5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3798" tIns="187452" rIns="343798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Allocate an Elastic IP address and associate it with the EC2 instance for consistent access.</a:t>
          </a:r>
        </a:p>
      </dsp:txBody>
      <dsp:txXfrm>
        <a:off x="0" y="2847347"/>
        <a:ext cx="4429746" cy="510300"/>
      </dsp:txXfrm>
    </dsp:sp>
    <dsp:sp modelId="{E58DDD4D-5B14-461A-A1EA-CE9DFC6C2557}">
      <dsp:nvSpPr>
        <dsp:cNvPr id="0" name=""/>
        <dsp:cNvSpPr/>
      </dsp:nvSpPr>
      <dsp:spPr>
        <a:xfrm>
          <a:off x="221487" y="2714507"/>
          <a:ext cx="3100822" cy="265680"/>
        </a:xfrm>
        <a:prstGeom prst="roundRect">
          <a:avLst/>
        </a:prstGeom>
        <a:solidFill>
          <a:schemeClr val="accent2">
            <a:hueOff val="-3878375"/>
            <a:satOff val="-8771"/>
            <a:lumOff val="-5686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7204" tIns="0" rIns="117204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Allocate Elastic IP:</a:t>
          </a:r>
        </a:p>
      </dsp:txBody>
      <dsp:txXfrm>
        <a:off x="234456" y="2727476"/>
        <a:ext cx="3074884" cy="23974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7282B2-E1A9-493A-A974-E488F9F82336}">
      <dsp:nvSpPr>
        <dsp:cNvPr id="0" name=""/>
        <dsp:cNvSpPr/>
      </dsp:nvSpPr>
      <dsp:spPr>
        <a:xfrm>
          <a:off x="0" y="48617"/>
          <a:ext cx="4429746" cy="3357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Configure Security Group:</a:t>
          </a:r>
        </a:p>
      </dsp:txBody>
      <dsp:txXfrm>
        <a:off x="16392" y="65009"/>
        <a:ext cx="4396962" cy="303006"/>
      </dsp:txXfrm>
    </dsp:sp>
    <dsp:sp modelId="{94972AF2-DE75-43F3-B8F3-A6A415384F3D}">
      <dsp:nvSpPr>
        <dsp:cNvPr id="0" name=""/>
        <dsp:cNvSpPr/>
      </dsp:nvSpPr>
      <dsp:spPr>
        <a:xfrm>
          <a:off x="0" y="384407"/>
          <a:ext cx="4429746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644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Set up a Security Group to allow necessary inbound traffic to the EC2 instance.</a:t>
          </a:r>
        </a:p>
      </dsp:txBody>
      <dsp:txXfrm>
        <a:off x="0" y="384407"/>
        <a:ext cx="4429746" cy="347760"/>
      </dsp:txXfrm>
    </dsp:sp>
    <dsp:sp modelId="{114CC15B-6BFC-4FF9-9130-5B5C81303C75}">
      <dsp:nvSpPr>
        <dsp:cNvPr id="0" name=""/>
        <dsp:cNvSpPr/>
      </dsp:nvSpPr>
      <dsp:spPr>
        <a:xfrm>
          <a:off x="0" y="732167"/>
          <a:ext cx="4429746" cy="335790"/>
        </a:xfrm>
        <a:prstGeom prst="roundRect">
          <a:avLst/>
        </a:prstGeom>
        <a:solidFill>
          <a:schemeClr val="accent2">
            <a:hueOff val="-969594"/>
            <a:satOff val="-2193"/>
            <a:lumOff val="-1422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Set up API Gateway:</a:t>
          </a:r>
        </a:p>
      </dsp:txBody>
      <dsp:txXfrm>
        <a:off x="16392" y="748559"/>
        <a:ext cx="4396962" cy="303006"/>
      </dsp:txXfrm>
    </dsp:sp>
    <dsp:sp modelId="{2C3F3D89-234D-4DCF-870E-4E06FB0B7556}">
      <dsp:nvSpPr>
        <dsp:cNvPr id="0" name=""/>
        <dsp:cNvSpPr/>
      </dsp:nvSpPr>
      <dsp:spPr>
        <a:xfrm>
          <a:off x="0" y="1067957"/>
          <a:ext cx="4429746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644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Use API Gateway to create an HTTP API and integrate it with the EC2 instance's HTTP URI.</a:t>
          </a:r>
        </a:p>
      </dsp:txBody>
      <dsp:txXfrm>
        <a:off x="0" y="1067957"/>
        <a:ext cx="4429746" cy="347760"/>
      </dsp:txXfrm>
    </dsp:sp>
    <dsp:sp modelId="{71E115EB-2BE0-4677-BD48-7015E6B7D925}">
      <dsp:nvSpPr>
        <dsp:cNvPr id="0" name=""/>
        <dsp:cNvSpPr/>
      </dsp:nvSpPr>
      <dsp:spPr>
        <a:xfrm>
          <a:off x="0" y="1415717"/>
          <a:ext cx="4429746" cy="335790"/>
        </a:xfrm>
        <a:prstGeom prst="roundRect">
          <a:avLst/>
        </a:prstGeom>
        <a:solidFill>
          <a:schemeClr val="accent2">
            <a:hueOff val="-1939188"/>
            <a:satOff val="-4386"/>
            <a:lumOff val="-2843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Deploy PHP Project:</a:t>
          </a:r>
        </a:p>
      </dsp:txBody>
      <dsp:txXfrm>
        <a:off x="16392" y="1432109"/>
        <a:ext cx="4396962" cy="303006"/>
      </dsp:txXfrm>
    </dsp:sp>
    <dsp:sp modelId="{6685A224-6B30-472B-BD3F-0BDF4B3FEAAB}">
      <dsp:nvSpPr>
        <dsp:cNvPr id="0" name=""/>
        <dsp:cNvSpPr/>
      </dsp:nvSpPr>
      <dsp:spPr>
        <a:xfrm>
          <a:off x="0" y="1751507"/>
          <a:ext cx="4429746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644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Upload PHP project files to the EC2 instance and configure Apache to serve the application.</a:t>
          </a:r>
        </a:p>
      </dsp:txBody>
      <dsp:txXfrm>
        <a:off x="0" y="1751507"/>
        <a:ext cx="4429746" cy="347760"/>
      </dsp:txXfrm>
    </dsp:sp>
    <dsp:sp modelId="{A3E6FED9-FC3C-476B-9F45-EF0AD95B0908}">
      <dsp:nvSpPr>
        <dsp:cNvPr id="0" name=""/>
        <dsp:cNvSpPr/>
      </dsp:nvSpPr>
      <dsp:spPr>
        <a:xfrm>
          <a:off x="0" y="2099267"/>
          <a:ext cx="4429746" cy="335790"/>
        </a:xfrm>
        <a:prstGeom prst="roundRect">
          <a:avLst/>
        </a:prstGeom>
        <a:solidFill>
          <a:schemeClr val="accent2">
            <a:hueOff val="-2908781"/>
            <a:satOff val="-6578"/>
            <a:lumOff val="-4265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Connect Database and Application:</a:t>
          </a:r>
        </a:p>
      </dsp:txBody>
      <dsp:txXfrm>
        <a:off x="16392" y="2115659"/>
        <a:ext cx="4396962" cy="303006"/>
      </dsp:txXfrm>
    </dsp:sp>
    <dsp:sp modelId="{C24EE47F-32EA-4820-841A-170F852A4CD6}">
      <dsp:nvSpPr>
        <dsp:cNvPr id="0" name=""/>
        <dsp:cNvSpPr/>
      </dsp:nvSpPr>
      <dsp:spPr>
        <a:xfrm>
          <a:off x="0" y="2435057"/>
          <a:ext cx="4429746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644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Update PHP code to use RDS endpoint for database connection.</a:t>
          </a:r>
        </a:p>
      </dsp:txBody>
      <dsp:txXfrm>
        <a:off x="0" y="2435057"/>
        <a:ext cx="4429746" cy="347760"/>
      </dsp:txXfrm>
    </dsp:sp>
    <dsp:sp modelId="{F8C18B6A-66A0-49DD-9939-FD167F94CA96}">
      <dsp:nvSpPr>
        <dsp:cNvPr id="0" name=""/>
        <dsp:cNvSpPr/>
      </dsp:nvSpPr>
      <dsp:spPr>
        <a:xfrm>
          <a:off x="0" y="2782817"/>
          <a:ext cx="4429746" cy="335790"/>
        </a:xfrm>
        <a:prstGeom prst="roundRect">
          <a:avLst/>
        </a:prstGeom>
        <a:solidFill>
          <a:schemeClr val="accent2">
            <a:hueOff val="-3878375"/>
            <a:satOff val="-8771"/>
            <a:lumOff val="-5686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Verify and Monitor:</a:t>
          </a:r>
        </a:p>
      </dsp:txBody>
      <dsp:txXfrm>
        <a:off x="16392" y="2799209"/>
        <a:ext cx="4396962" cy="303006"/>
      </dsp:txXfrm>
    </dsp:sp>
    <dsp:sp modelId="{89A62098-E2A4-4C51-A3DF-3A8ED37212E9}">
      <dsp:nvSpPr>
        <dsp:cNvPr id="0" name=""/>
        <dsp:cNvSpPr/>
      </dsp:nvSpPr>
      <dsp:spPr>
        <a:xfrm>
          <a:off x="0" y="3118607"/>
          <a:ext cx="4429746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644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Ensure the application works correctly and monitor the resources for optimal performance.</a:t>
          </a:r>
        </a:p>
      </dsp:txBody>
      <dsp:txXfrm>
        <a:off x="0" y="3118607"/>
        <a:ext cx="4429746" cy="3477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5b214425f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5b214425f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5b214425f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5b214425f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5b214425f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5b214425f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b214425f4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5b214425f4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5b214425f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5b214425f4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5b214425f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5b214425f4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20815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5b214425f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5b214425f4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5b214425f4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5b214425f4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5b214425f4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5b214425f4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5b214425f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5b214425f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5b214425f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5b214425f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71393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5b214425f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5b214425f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23683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5b214425f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5b214425f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25353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5b214425f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5b214425f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7712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238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501" y="1086861"/>
            <a:ext cx="7929000" cy="2228288"/>
          </a:xfrm>
        </p:spPr>
        <p:txBody>
          <a:bodyPr/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501" y="3960635"/>
            <a:ext cx="7929000" cy="326231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93986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285235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2213547"/>
            <a:ext cx="7921064" cy="1101600"/>
          </a:xfrm>
        </p:spPr>
        <p:txBody>
          <a:bodyPr anchor="b"/>
          <a:lstStyle>
            <a:lvl1pPr algn="r">
              <a:defRPr sz="36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3960901"/>
            <a:ext cx="7921064" cy="325466"/>
          </a:xfrm>
        </p:spPr>
        <p:txBody>
          <a:bodyPr anchor="t">
            <a:no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5624861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4034" y="1666716"/>
            <a:ext cx="3889405" cy="27290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62" y="1666715"/>
            <a:ext cx="3895937" cy="272907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3049069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046" y="1631156"/>
            <a:ext cx="3892393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47" y="2063354"/>
            <a:ext cx="3892392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62" y="1631156"/>
            <a:ext cx="3895937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62" y="2063354"/>
            <a:ext cx="3895937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615373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6392682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91080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4" y="334566"/>
            <a:ext cx="2660650" cy="13609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4" y="334566"/>
            <a:ext cx="2660650" cy="121379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334567"/>
            <a:ext cx="4689475" cy="4061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4" y="1695554"/>
            <a:ext cx="2660650" cy="270023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7562240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046" y="545642"/>
            <a:ext cx="3639741" cy="1212872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51435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046" y="1758513"/>
            <a:ext cx="3639741" cy="2637274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8" y="4531022"/>
            <a:ext cx="732659" cy="273844"/>
          </a:xfrm>
        </p:spPr>
        <p:txBody>
          <a:bodyPr/>
          <a:lstStyle/>
          <a:p>
            <a:fld id="{48A87A34-81AB-432B-8DAE-1953F412C126}" type="datetimeFigureOut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4531022"/>
            <a:ext cx="247156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4436917"/>
            <a:ext cx="796616" cy="36794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187443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600450"/>
            <a:ext cx="792106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360045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7500" y="4025504"/>
            <a:ext cx="7921064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4461893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73773" y="811092"/>
            <a:ext cx="4749312" cy="242939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239" y="928877"/>
            <a:ext cx="4420380" cy="1984434"/>
          </a:xfrm>
        </p:spPr>
        <p:txBody>
          <a:bodyPr anchor="b"/>
          <a:lstStyle>
            <a:lvl1pPr algn="l">
              <a:defRPr sz="315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9893" y="3332760"/>
            <a:ext cx="4418727" cy="534931"/>
          </a:xfrm>
        </p:spPr>
        <p:txBody>
          <a:bodyPr anchor="t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680982" y="811092"/>
            <a:ext cx="2857501" cy="3056599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3718353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4" y="1714939"/>
            <a:ext cx="3671336" cy="187797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7" y="1826968"/>
            <a:ext cx="3286891" cy="150584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7000" y="1714500"/>
            <a:ext cx="3660225" cy="172164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9181174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0104744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9" y="334567"/>
            <a:ext cx="3391762" cy="406122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6" y="439628"/>
            <a:ext cx="1871093" cy="38510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7501" y="334567"/>
            <a:ext cx="4958655" cy="406122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7121566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063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9413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1638301"/>
            <a:ext cx="7922464" cy="275579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636" y="4531022"/>
            <a:ext cx="648324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15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335423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27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Freeform 6">
            <a:extLst>
              <a:ext uri="{FF2B5EF4-FFF2-40B4-BE49-F238E27FC236}">
                <a16:creationId xmlns:a16="http://schemas.microsoft.com/office/drawing/2014/main" id="{53576798-7F98-4C7F-B6C7-6D41B5A7E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5BA3AE5-0FB8-4948-A421-5CEE1A5E8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 9">
            <a:extLst>
              <a:ext uri="{FF2B5EF4-FFF2-40B4-BE49-F238E27FC236}">
                <a16:creationId xmlns:a16="http://schemas.microsoft.com/office/drawing/2014/main" id="{615FFFBF-F0D2-4BB8-BB9E-3ADC47E3B6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864100" cy="5143500"/>
          </a:xfrm>
          <a:custGeom>
            <a:avLst/>
            <a:gdLst>
              <a:gd name="connsiteX0" fmla="*/ 0 w 6485467"/>
              <a:gd name="connsiteY0" fmla="*/ 0 h 6858000"/>
              <a:gd name="connsiteX1" fmla="*/ 6485467 w 6485467"/>
              <a:gd name="connsiteY1" fmla="*/ 0 h 6858000"/>
              <a:gd name="connsiteX2" fmla="*/ 6485467 w 6485467"/>
              <a:gd name="connsiteY2" fmla="*/ 1900238 h 6858000"/>
              <a:gd name="connsiteX3" fmla="*/ 6115051 w 6485467"/>
              <a:gd name="connsiteY3" fmla="*/ 2178050 h 6858000"/>
              <a:gd name="connsiteX4" fmla="*/ 6110817 w 6485467"/>
              <a:gd name="connsiteY4" fmla="*/ 2184400 h 6858000"/>
              <a:gd name="connsiteX5" fmla="*/ 6104467 w 6485467"/>
              <a:gd name="connsiteY5" fmla="*/ 2193925 h 6858000"/>
              <a:gd name="connsiteX6" fmla="*/ 6098117 w 6485467"/>
              <a:gd name="connsiteY6" fmla="*/ 2201863 h 6858000"/>
              <a:gd name="connsiteX7" fmla="*/ 6098117 w 6485467"/>
              <a:gd name="connsiteY7" fmla="*/ 2211388 h 6858000"/>
              <a:gd name="connsiteX8" fmla="*/ 6098117 w 6485467"/>
              <a:gd name="connsiteY8" fmla="*/ 2220913 h 6858000"/>
              <a:gd name="connsiteX9" fmla="*/ 6104467 w 6485467"/>
              <a:gd name="connsiteY9" fmla="*/ 2228850 h 6858000"/>
              <a:gd name="connsiteX10" fmla="*/ 6110817 w 6485467"/>
              <a:gd name="connsiteY10" fmla="*/ 2238375 h 6858000"/>
              <a:gd name="connsiteX11" fmla="*/ 6115051 w 6485467"/>
              <a:gd name="connsiteY11" fmla="*/ 2244725 h 6858000"/>
              <a:gd name="connsiteX12" fmla="*/ 6485467 w 6485467"/>
              <a:gd name="connsiteY12" fmla="*/ 2522538 h 6858000"/>
              <a:gd name="connsiteX13" fmla="*/ 6485467 w 6485467"/>
              <a:gd name="connsiteY13" fmla="*/ 6858000 h 6858000"/>
              <a:gd name="connsiteX14" fmla="*/ 0 w 6485467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85467" h="6858000">
                <a:moveTo>
                  <a:pt x="0" y="0"/>
                </a:moveTo>
                <a:lnTo>
                  <a:pt x="6485467" y="0"/>
                </a:lnTo>
                <a:lnTo>
                  <a:pt x="6485467" y="1900238"/>
                </a:lnTo>
                <a:lnTo>
                  <a:pt x="6115051" y="2178050"/>
                </a:lnTo>
                <a:lnTo>
                  <a:pt x="6110817" y="2184400"/>
                </a:lnTo>
                <a:lnTo>
                  <a:pt x="6104467" y="2193925"/>
                </a:lnTo>
                <a:lnTo>
                  <a:pt x="6098117" y="2201863"/>
                </a:lnTo>
                <a:lnTo>
                  <a:pt x="6098117" y="2211388"/>
                </a:lnTo>
                <a:lnTo>
                  <a:pt x="6098117" y="2220913"/>
                </a:lnTo>
                <a:lnTo>
                  <a:pt x="6104467" y="2228850"/>
                </a:lnTo>
                <a:lnTo>
                  <a:pt x="6110817" y="2238375"/>
                </a:lnTo>
                <a:lnTo>
                  <a:pt x="6115051" y="2244725"/>
                </a:lnTo>
                <a:lnTo>
                  <a:pt x="6485467" y="2522538"/>
                </a:lnTo>
                <a:lnTo>
                  <a:pt x="648546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07500" y="335391"/>
            <a:ext cx="3779276" cy="1169559"/>
          </a:xfr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l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3700" i="0" dirty="0"/>
              <a:t>Internet Banking System  </a:t>
            </a:r>
          </a:p>
        </p:txBody>
      </p:sp>
      <p:sp>
        <p:nvSpPr>
          <p:cNvPr id="75" name="Rounded Rectangle 17">
            <a:extLst>
              <a:ext uri="{FF2B5EF4-FFF2-40B4-BE49-F238E27FC236}">
                <a16:creationId xmlns:a16="http://schemas.microsoft.com/office/drawing/2014/main" id="{FD056B7E-FBD7-4858-966D-9C4DEDA7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46699" y="718980"/>
            <a:ext cx="3314703" cy="3708933"/>
          </a:xfrm>
          <a:prstGeom prst="roundRect">
            <a:avLst>
              <a:gd name="adj" fmla="val 3513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Internet Banking with solid fill">
            <a:extLst>
              <a:ext uri="{FF2B5EF4-FFF2-40B4-BE49-F238E27FC236}">
                <a16:creationId xmlns:a16="http://schemas.microsoft.com/office/drawing/2014/main" id="{828D48CC-072A-8551-F15F-CD29153620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57887" y="1130707"/>
            <a:ext cx="2874032" cy="2874032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67115056-76E7-B20C-5461-78D7D3803519}"/>
              </a:ext>
            </a:extLst>
          </p:cNvPr>
          <p:cNvSpPr txBox="1"/>
          <p:nvPr/>
        </p:nvSpPr>
        <p:spPr>
          <a:xfrm>
            <a:off x="407487" y="3913451"/>
            <a:ext cx="3939541" cy="646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07"/>
              </a:lnSpc>
            </a:pPr>
            <a:r>
              <a:rPr lang="en-US" sz="1200">
                <a:solidFill>
                  <a:srgbClr val="F4F4F4"/>
                </a:solidFill>
                <a:latin typeface="Telegraf"/>
              </a:rPr>
              <a:t>Instructor </a:t>
            </a:r>
            <a:r>
              <a:rPr lang="en-US" sz="1200" dirty="0">
                <a:solidFill>
                  <a:srgbClr val="F4F4F4"/>
                </a:solidFill>
                <a:latin typeface="Telegraf"/>
              </a:rPr>
              <a:t>name - Dr. Jun Wang </a:t>
            </a:r>
          </a:p>
          <a:p>
            <a:pPr>
              <a:lnSpc>
                <a:spcPts val="2707"/>
              </a:lnSpc>
            </a:pPr>
            <a:r>
              <a:rPr lang="en-US" sz="1200" dirty="0">
                <a:solidFill>
                  <a:srgbClr val="F4F4F4"/>
                </a:solidFill>
                <a:latin typeface="Telegraf"/>
              </a:rPr>
              <a:t>CS 5610 Group Project – Introduction to Cloud Computing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84583" y="339538"/>
            <a:ext cx="7053542" cy="1050398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</a:pPr>
            <a:r>
              <a:rPr lang="en-US" sz="4200"/>
              <a:t>Overview</a:t>
            </a:r>
          </a:p>
        </p:txBody>
      </p:sp>
      <p:graphicFrame>
        <p:nvGraphicFramePr>
          <p:cNvPr id="63" name="Google Shape;61;p14">
            <a:extLst>
              <a:ext uri="{FF2B5EF4-FFF2-40B4-BE49-F238E27FC236}">
                <a16:creationId xmlns:a16="http://schemas.microsoft.com/office/drawing/2014/main" id="{D5006EBD-549F-A923-E669-45DAE3D0F9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8936635"/>
              </p:ext>
            </p:extLst>
          </p:nvPr>
        </p:nvGraphicFramePr>
        <p:xfrm>
          <a:off x="484583" y="1605063"/>
          <a:ext cx="7053264" cy="3042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Google Shape;66;p15">
            <a:extLst>
              <a:ext uri="{FF2B5EF4-FFF2-40B4-BE49-F238E27FC236}">
                <a16:creationId xmlns:a16="http://schemas.microsoft.com/office/drawing/2014/main" id="{662A6BBC-91A5-B2CA-C133-498132116621}"/>
              </a:ext>
            </a:extLst>
          </p:cNvPr>
          <p:cNvGraphicFramePr/>
          <p:nvPr/>
        </p:nvGraphicFramePr>
        <p:xfrm>
          <a:off x="311700" y="534400"/>
          <a:ext cx="8520600" cy="403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" name="Google Shape;71;p16">
            <a:extLst>
              <a:ext uri="{FF2B5EF4-FFF2-40B4-BE49-F238E27FC236}">
                <a16:creationId xmlns:a16="http://schemas.microsoft.com/office/drawing/2014/main" id="{B504122B-0FEA-8EDE-20DA-4F12BD5601D4}"/>
              </a:ext>
            </a:extLst>
          </p:cNvPr>
          <p:cNvGraphicFramePr/>
          <p:nvPr/>
        </p:nvGraphicFramePr>
        <p:xfrm>
          <a:off x="311700" y="517700"/>
          <a:ext cx="8520600" cy="405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" name="Google Shape;76;p17">
            <a:extLst>
              <a:ext uri="{FF2B5EF4-FFF2-40B4-BE49-F238E27FC236}">
                <a16:creationId xmlns:a16="http://schemas.microsoft.com/office/drawing/2014/main" id="{D4A58947-8D69-4E0C-0237-07EBD50C82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9673385"/>
              </p:ext>
            </p:extLst>
          </p:nvPr>
        </p:nvGraphicFramePr>
        <p:xfrm>
          <a:off x="484583" y="1605063"/>
          <a:ext cx="7053264" cy="3042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" name="Google Shape;81;p18">
            <a:extLst>
              <a:ext uri="{FF2B5EF4-FFF2-40B4-BE49-F238E27FC236}">
                <a16:creationId xmlns:a16="http://schemas.microsoft.com/office/drawing/2014/main" id="{49325682-BE5C-FC2B-2B8B-FA82D35E8D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4819982"/>
              </p:ext>
            </p:extLst>
          </p:nvPr>
        </p:nvGraphicFramePr>
        <p:xfrm>
          <a:off x="484583" y="1059548"/>
          <a:ext cx="7053264" cy="3043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8EE457FF-670E-4EC1-ACD4-1173DA9A7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6="http://schemas.microsoft.com/office/drawing/2014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488043" y="488043"/>
            <a:ext cx="5143500" cy="4167414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5CEA6C-4AB9-2EBE-1BD2-FBBCA3BBAD55}"/>
              </a:ext>
            </a:extLst>
          </p:cNvPr>
          <p:cNvSpPr txBox="1"/>
          <p:nvPr/>
        </p:nvSpPr>
        <p:spPr>
          <a:xfrm>
            <a:off x="4167415" y="0"/>
            <a:ext cx="5317671" cy="530497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100" b="1" dirty="0">
                <a:effectLst/>
              </a:rPr>
              <a:t>Available Features</a:t>
            </a:r>
            <a:endParaRPr lang="en-US" sz="1100" dirty="0">
              <a:effectLst/>
            </a:endParaRP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100" u="none" strike="noStrike" dirty="0">
                <a:effectLst/>
              </a:rPr>
              <a:t>Admin Panel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100" u="none" strike="noStrike" dirty="0">
                <a:effectLst/>
              </a:rPr>
              <a:t>Staff Panel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100" u="none" strike="noStrike" dirty="0">
                <a:effectLst/>
              </a:rPr>
              <a:t>Customer Panel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100" u="none" strike="noStrike" dirty="0">
                <a:effectLst/>
              </a:rPr>
              <a:t>Account Management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100" u="none" strike="noStrike" dirty="0">
                <a:effectLst/>
              </a:rPr>
              <a:t>Deposit/Withdraw Amount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100" u="none" strike="noStrike" dirty="0">
                <a:effectLst/>
              </a:rPr>
              <a:t>Transfer Amount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100" u="none" strike="noStrike" dirty="0">
                <a:effectLst/>
              </a:rPr>
              <a:t>Transaction History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100" u="none" strike="noStrike" dirty="0">
                <a:effectLst/>
              </a:rPr>
              <a:t>Activity Notifications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100" u="none" strike="noStrike" dirty="0">
                <a:effectLst/>
              </a:rPr>
              <a:t>Check Account Balance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100" u="none" strike="noStrike" dirty="0">
                <a:effectLst/>
              </a:rPr>
              <a:t>Print Account Balance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100" u="none" strike="noStrike" dirty="0">
                <a:effectLst/>
              </a:rPr>
              <a:t>Deposit Report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100" u="none" strike="noStrike" dirty="0">
                <a:effectLst/>
              </a:rPr>
              <a:t>Withdrawal Report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100" u="none" strike="noStrike" dirty="0">
                <a:effectLst/>
              </a:rPr>
              <a:t>Transfer Report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100" u="none" strike="noStrike" dirty="0">
                <a:effectLst/>
              </a:rPr>
              <a:t>View Overall Wallet Balance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100" u="none" strike="noStrike" dirty="0">
                <a:effectLst/>
              </a:rPr>
              <a:t>View Analytics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100" u="none" strike="noStrike" dirty="0">
                <a:effectLst/>
              </a:rPr>
              <a:t>Staff Management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100" u="none" strike="noStrike" dirty="0">
                <a:effectLst/>
              </a:rPr>
              <a:t>Customer Management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100" u="none" strike="noStrike" dirty="0">
                <a:effectLst/>
              </a:rPr>
              <a:t>System Settings</a:t>
            </a:r>
          </a:p>
        </p:txBody>
      </p:sp>
    </p:spTree>
    <p:extLst>
      <p:ext uri="{BB962C8B-B14F-4D97-AF65-F5344CB8AC3E}">
        <p14:creationId xmlns:p14="http://schemas.microsoft.com/office/powerpoint/2010/main" val="4287866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 6">
            <a:extLst>
              <a:ext uri="{FF2B5EF4-FFF2-40B4-BE49-F238E27FC236}">
                <a16:creationId xmlns:a16="http://schemas.microsoft.com/office/drawing/2014/main" id="{53576798-7F98-4C7F-B6C7-6D41B5A7E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2264E67-6F59-4D8D-8E5F-8245B0FEA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" y="0"/>
            <a:ext cx="9140571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reeform 23">
            <a:extLst>
              <a:ext uri="{FF2B5EF4-FFF2-40B4-BE49-F238E27FC236}">
                <a16:creationId xmlns:a16="http://schemas.microsoft.com/office/drawing/2014/main" id="{158E1C6E-D299-4F5D-B15B-155EBF7F6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77753" cy="51435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12121"/>
          </a:solidFill>
          <a:ln>
            <a:noFill/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3" name="Google Shape;93;p20"/>
          <p:cNvSpPr txBox="1">
            <a:spLocks noGrp="1"/>
          </p:cNvSpPr>
          <p:nvPr>
            <p:ph type="title"/>
          </p:nvPr>
        </p:nvSpPr>
        <p:spPr>
          <a:xfrm>
            <a:off x="338635" y="94343"/>
            <a:ext cx="2681803" cy="1654628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ctr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39285"/>
            </a:pPr>
            <a:r>
              <a:rPr lang="en-US" sz="2200" dirty="0">
                <a:solidFill>
                  <a:srgbClr val="FFFFFF"/>
                </a:solidFill>
              </a:rPr>
              <a:t>ERD (Entity-Relationship Diagram)</a:t>
            </a:r>
          </a:p>
          <a:p>
            <a:pPr marL="0" lvl="0" indent="0" algn="ctr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39285"/>
            </a:pPr>
            <a:endParaRPr lang="en-US" sz="2200" dirty="0">
              <a:solidFill>
                <a:srgbClr val="FFFFFF"/>
              </a:solidFill>
            </a:endParaRPr>
          </a:p>
          <a:p>
            <a:pPr marL="0" lvl="0" indent="0" algn="ctr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endParaRPr lang="en-US" sz="2200" dirty="0">
              <a:solidFill>
                <a:srgbClr val="FFFFFF"/>
              </a:solidFill>
            </a:endParaRPr>
          </a:p>
        </p:txBody>
      </p:sp>
      <p:sp>
        <p:nvSpPr>
          <p:cNvPr id="94" name="Google Shape;94;p20"/>
          <p:cNvSpPr txBox="1">
            <a:spLocks noGrp="1"/>
          </p:cNvSpPr>
          <p:nvPr>
            <p:ph type="body" idx="1"/>
          </p:nvPr>
        </p:nvSpPr>
        <p:spPr>
          <a:xfrm>
            <a:off x="338635" y="1534885"/>
            <a:ext cx="2681803" cy="299613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457200" lvl="0" indent="-325755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SzPct val="100000"/>
              <a:buFont typeface="Wingdings 2" charset="2"/>
              <a:buChar char=""/>
            </a:pPr>
            <a:r>
              <a:rPr lang="en-US" sz="1100">
                <a:solidFill>
                  <a:srgbClr val="FFFFFF"/>
                </a:solidFill>
              </a:rPr>
              <a:t>Clients: Store customer information (client_id, name, email, contact).</a:t>
            </a:r>
          </a:p>
          <a:p>
            <a:pPr marL="457200" lvl="0" indent="-325755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SzPct val="100000"/>
              <a:buFont typeface="Wingdings 2" charset="2"/>
              <a:buChar char=""/>
            </a:pPr>
            <a:r>
              <a:rPr lang="en-US" sz="1100">
                <a:solidFill>
                  <a:srgbClr val="FFFFFF"/>
                </a:solidFill>
              </a:rPr>
              <a:t>Bank Accounts: Manage bank accounts (account_id, account_number, balance).</a:t>
            </a:r>
          </a:p>
          <a:p>
            <a:pPr marL="457200" lvl="0" indent="-325755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SzPct val="100000"/>
              <a:buFont typeface="Wingdings 2" charset="2"/>
              <a:buChar char=""/>
            </a:pPr>
            <a:r>
              <a:rPr lang="en-US" sz="1100">
                <a:solidFill>
                  <a:srgbClr val="FFFFFF"/>
                </a:solidFill>
              </a:rPr>
              <a:t>Account Types: Define different types of bank accounts (account_type_id, account_type_name).</a:t>
            </a:r>
          </a:p>
          <a:p>
            <a:pPr marL="457200" lvl="0" indent="-325755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SzPct val="100000"/>
              <a:buFont typeface="Wingdings 2" charset="2"/>
              <a:buChar char=""/>
            </a:pPr>
            <a:r>
              <a:rPr lang="en-US" sz="1100">
                <a:solidFill>
                  <a:srgbClr val="FFFFFF"/>
                </a:solidFill>
              </a:rPr>
              <a:t>Transactions: Record transaction details (transaction_id, transaction_date, amount, description).</a:t>
            </a:r>
          </a:p>
        </p:txBody>
      </p:sp>
      <p:pic>
        <p:nvPicPr>
          <p:cNvPr id="95" name="Google Shape;95;p2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487067" y="482600"/>
            <a:ext cx="3647856" cy="3954316"/>
          </a:xfrm>
          <a:prstGeom prst="roundRect">
            <a:avLst>
              <a:gd name="adj" fmla="val 3876"/>
            </a:avLst>
          </a:prstGeom>
          <a:noFill/>
          <a:ln>
            <a:solidFill>
              <a:schemeClr val="accent1"/>
            </a:solidFill>
          </a:ln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Freeform 6">
            <a:extLst>
              <a:ext uri="{FF2B5EF4-FFF2-40B4-BE49-F238E27FC236}">
                <a16:creationId xmlns:a16="http://schemas.microsoft.com/office/drawing/2014/main" id="{B9D93730-8C7D-423D-9137-597B5FA65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23" name="Rectangle 117">
            <a:extLst>
              <a:ext uri="{FF2B5EF4-FFF2-40B4-BE49-F238E27FC236}">
                <a16:creationId xmlns:a16="http://schemas.microsoft.com/office/drawing/2014/main" id="{D0D45553-91A4-480A-9577-0E0FC0D91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" y="0"/>
            <a:ext cx="91405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reeform 23">
            <a:extLst>
              <a:ext uri="{FF2B5EF4-FFF2-40B4-BE49-F238E27FC236}">
                <a16:creationId xmlns:a16="http://schemas.microsoft.com/office/drawing/2014/main" id="{D240F8A8-FEA1-42C2-B259-27A935127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77753" cy="51435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417443" y="1306285"/>
            <a:ext cx="2638839" cy="3088312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39285"/>
            </a:pPr>
            <a:r>
              <a:rPr lang="en-US" sz="3100"/>
              <a:t>Deployment on AWS</a:t>
            </a:r>
          </a:p>
          <a:p>
            <a:pPr marL="0" lvl="0" indent="0" defTabSz="457200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39285"/>
            </a:pPr>
            <a:endParaRPr lang="en-US" sz="3100"/>
          </a:p>
          <a:p>
            <a:pPr marL="0" lvl="0" indent="0" defTabSz="457200">
              <a:spcBef>
                <a:spcPct val="0"/>
              </a:spcBef>
              <a:spcAft>
                <a:spcPts val="0"/>
              </a:spcAft>
            </a:pPr>
            <a:endParaRPr lang="en-US" sz="3100"/>
          </a:p>
        </p:txBody>
      </p:sp>
      <p:graphicFrame>
        <p:nvGraphicFramePr>
          <p:cNvPr id="103" name="Google Shape;101;p21">
            <a:extLst>
              <a:ext uri="{FF2B5EF4-FFF2-40B4-BE49-F238E27FC236}">
                <a16:creationId xmlns:a16="http://schemas.microsoft.com/office/drawing/2014/main" id="{13E10604-3BE2-8DC9-02FB-7CDD9FE3AE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0882978"/>
              </p:ext>
            </p:extLst>
          </p:nvPr>
        </p:nvGraphicFramePr>
        <p:xfrm>
          <a:off x="4099892" y="879613"/>
          <a:ext cx="4429746" cy="35149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Freeform 6">
            <a:extLst>
              <a:ext uri="{FF2B5EF4-FFF2-40B4-BE49-F238E27FC236}">
                <a16:creationId xmlns:a16="http://schemas.microsoft.com/office/drawing/2014/main" id="{B9D93730-8C7D-423D-9137-597B5FA65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20" name="Rectangle 114">
            <a:extLst>
              <a:ext uri="{FF2B5EF4-FFF2-40B4-BE49-F238E27FC236}">
                <a16:creationId xmlns:a16="http://schemas.microsoft.com/office/drawing/2014/main" id="{D0D45553-91A4-480A-9577-0E0FC0D91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" y="0"/>
            <a:ext cx="91405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 23">
            <a:extLst>
              <a:ext uri="{FF2B5EF4-FFF2-40B4-BE49-F238E27FC236}">
                <a16:creationId xmlns:a16="http://schemas.microsoft.com/office/drawing/2014/main" id="{D240F8A8-FEA1-42C2-B259-27A935127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77753" cy="51435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6" name="Google Shape;106;p22"/>
          <p:cNvSpPr txBox="1">
            <a:spLocks noGrp="1"/>
          </p:cNvSpPr>
          <p:nvPr>
            <p:ph type="title"/>
          </p:nvPr>
        </p:nvSpPr>
        <p:spPr>
          <a:xfrm>
            <a:off x="417443" y="1306285"/>
            <a:ext cx="2638839" cy="3088312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39285"/>
            </a:pPr>
            <a:r>
              <a:rPr lang="en-US" sz="3100"/>
              <a:t>Deployment on AWS</a:t>
            </a:r>
          </a:p>
          <a:p>
            <a:pPr marL="0" lvl="0" indent="0" defTabSz="457200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39285"/>
            </a:pPr>
            <a:endParaRPr lang="en-US" sz="3100"/>
          </a:p>
          <a:p>
            <a:pPr marL="0" lvl="0" indent="0" defTabSz="457200">
              <a:spcBef>
                <a:spcPct val="0"/>
              </a:spcBef>
              <a:spcAft>
                <a:spcPts val="0"/>
              </a:spcAft>
            </a:pPr>
            <a:endParaRPr lang="en-US" sz="3100"/>
          </a:p>
        </p:txBody>
      </p:sp>
      <p:graphicFrame>
        <p:nvGraphicFramePr>
          <p:cNvPr id="122" name="Google Shape;107;p22">
            <a:extLst>
              <a:ext uri="{FF2B5EF4-FFF2-40B4-BE49-F238E27FC236}">
                <a16:creationId xmlns:a16="http://schemas.microsoft.com/office/drawing/2014/main" id="{5CB6BD8A-73D4-8D44-0B91-7C49D83136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5004530"/>
              </p:ext>
            </p:extLst>
          </p:nvPr>
        </p:nvGraphicFramePr>
        <p:xfrm>
          <a:off x="4099892" y="879613"/>
          <a:ext cx="4429746" cy="35149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2381"/>
            <a:ext cx="9144000" cy="3902868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B7743172-17A8-4FA4-8434-B813E03B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23">
            <a:extLst>
              <a:ext uri="{FF2B5EF4-FFF2-40B4-BE49-F238E27FC236}">
                <a16:creationId xmlns:a16="http://schemas.microsoft.com/office/drawing/2014/main" id="{4CE1233C-FD2F-489E-BFDE-086F5FED6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77753" cy="51435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BD0A0A-22B9-E4DE-C4BF-E23D5AF14B48}"/>
              </a:ext>
            </a:extLst>
          </p:cNvPr>
          <p:cNvSpPr txBox="1"/>
          <p:nvPr/>
        </p:nvSpPr>
        <p:spPr>
          <a:xfrm>
            <a:off x="338635" y="1350168"/>
            <a:ext cx="2583158" cy="31808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300" b="1" dirty="0">
                <a:solidFill>
                  <a:srgbClr val="FEFEFE"/>
                </a:solidFill>
                <a:latin typeface="+mj-lt"/>
                <a:ea typeface="+mj-ea"/>
                <a:cs typeface="+mj-cs"/>
              </a:rPr>
              <a:t>Create an Amazon RDS Instance</a:t>
            </a:r>
          </a:p>
        </p:txBody>
      </p:sp>
      <p:pic>
        <p:nvPicPr>
          <p:cNvPr id="2" name="image8.png">
            <a:extLst>
              <a:ext uri="{FF2B5EF4-FFF2-40B4-BE49-F238E27FC236}">
                <a16:creationId xmlns:a16="http://schemas.microsoft.com/office/drawing/2014/main" id="{F6FE371A-BA6B-B1AD-7601-4F2DE454CABB}"/>
              </a:ext>
            </a:extLst>
          </p:cNvPr>
          <p:cNvPicPr/>
          <p:nvPr/>
        </p:nvPicPr>
        <p:blipFill>
          <a:blip r:embed="rId4"/>
          <a:srcRect t="12020"/>
          <a:stretch>
            <a:fillRect/>
          </a:stretch>
        </p:blipFill>
        <p:spPr>
          <a:xfrm>
            <a:off x="3960354" y="1214316"/>
            <a:ext cx="4701046" cy="2584987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2381"/>
            <a:ext cx="9144000" cy="3902868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743172-17A8-4FA4-8434-B813E03B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23">
            <a:extLst>
              <a:ext uri="{FF2B5EF4-FFF2-40B4-BE49-F238E27FC236}">
                <a16:creationId xmlns:a16="http://schemas.microsoft.com/office/drawing/2014/main" id="{4CE1233C-FD2F-489E-BFDE-086F5FED6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77753" cy="51435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2CF0FF-50DC-A5FE-6396-FEEDEAD06566}"/>
              </a:ext>
            </a:extLst>
          </p:cNvPr>
          <p:cNvSpPr txBox="1"/>
          <p:nvPr/>
        </p:nvSpPr>
        <p:spPr>
          <a:xfrm>
            <a:off x="338635" y="1350168"/>
            <a:ext cx="2583158" cy="31808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300" b="1" dirty="0">
                <a:solidFill>
                  <a:srgbClr val="FEFEFE"/>
                </a:solidFill>
                <a:latin typeface="+mj-lt"/>
                <a:ea typeface="+mj-ea"/>
                <a:cs typeface="+mj-cs"/>
              </a:rPr>
              <a:t>Launch an Amazon EC2 instance</a:t>
            </a:r>
          </a:p>
        </p:txBody>
      </p:sp>
      <p:pic>
        <p:nvPicPr>
          <p:cNvPr id="6" name="image2.png">
            <a:extLst>
              <a:ext uri="{FF2B5EF4-FFF2-40B4-BE49-F238E27FC236}">
                <a16:creationId xmlns:a16="http://schemas.microsoft.com/office/drawing/2014/main" id="{AFBDB4C7-35D3-D21E-03AB-2E7A16542850}"/>
              </a:ext>
            </a:extLst>
          </p:cNvPr>
          <p:cNvPicPr/>
          <p:nvPr/>
        </p:nvPicPr>
        <p:blipFill>
          <a:blip r:embed="rId3"/>
          <a:srcRect t="12107"/>
          <a:stretch>
            <a:fillRect/>
          </a:stretch>
        </p:blipFill>
        <p:spPr>
          <a:xfrm>
            <a:off x="3960354" y="1253694"/>
            <a:ext cx="4701046" cy="2582431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40427676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2381"/>
            <a:ext cx="9144000" cy="3902868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743172-17A8-4FA4-8434-B813E03B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4CE1233C-FD2F-489E-BFDE-086F5FED6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77753" cy="51435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99E63A-18B4-1F28-9C92-6473994D0039}"/>
              </a:ext>
            </a:extLst>
          </p:cNvPr>
          <p:cNvSpPr txBox="1"/>
          <p:nvPr/>
        </p:nvSpPr>
        <p:spPr>
          <a:xfrm>
            <a:off x="338635" y="1350168"/>
            <a:ext cx="2583158" cy="31808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300" b="1">
                <a:solidFill>
                  <a:srgbClr val="FEFEFE"/>
                </a:solidFill>
                <a:latin typeface="+mj-lt"/>
                <a:ea typeface="+mj-ea"/>
                <a:cs typeface="+mj-cs"/>
              </a:rPr>
              <a:t>       Allocate an Elastic IP</a:t>
            </a:r>
          </a:p>
        </p:txBody>
      </p:sp>
      <p:pic>
        <p:nvPicPr>
          <p:cNvPr id="3" name="image12.png">
            <a:extLst>
              <a:ext uri="{FF2B5EF4-FFF2-40B4-BE49-F238E27FC236}">
                <a16:creationId xmlns:a16="http://schemas.microsoft.com/office/drawing/2014/main" id="{383CC83F-4CFF-1DB6-C124-C1691846460B}"/>
              </a:ext>
            </a:extLst>
          </p:cNvPr>
          <p:cNvPicPr/>
          <p:nvPr/>
        </p:nvPicPr>
        <p:blipFill>
          <a:blip r:embed="rId3"/>
          <a:srcRect l="16346" t="16624" r="2724"/>
          <a:stretch>
            <a:fillRect/>
          </a:stretch>
        </p:blipFill>
        <p:spPr>
          <a:xfrm>
            <a:off x="3960354" y="993332"/>
            <a:ext cx="4701046" cy="3026954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742731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2381"/>
            <a:ext cx="9144000" cy="3902868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743172-17A8-4FA4-8434-B813E03B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23">
            <a:extLst>
              <a:ext uri="{FF2B5EF4-FFF2-40B4-BE49-F238E27FC236}">
                <a16:creationId xmlns:a16="http://schemas.microsoft.com/office/drawing/2014/main" id="{4CE1233C-FD2F-489E-BFDE-086F5FED6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77753" cy="51435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BD0A0A-22B9-E4DE-C4BF-E23D5AF14B48}"/>
              </a:ext>
            </a:extLst>
          </p:cNvPr>
          <p:cNvSpPr txBox="1"/>
          <p:nvPr/>
        </p:nvSpPr>
        <p:spPr>
          <a:xfrm>
            <a:off x="338635" y="1350168"/>
            <a:ext cx="2583158" cy="31808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300" b="1" dirty="0">
                <a:solidFill>
                  <a:srgbClr val="FEFEFE"/>
                </a:solidFill>
                <a:latin typeface="+mj-lt"/>
                <a:ea typeface="+mj-ea"/>
                <a:cs typeface="+mj-cs"/>
              </a:rPr>
              <a:t>Configuring the Security Group</a:t>
            </a:r>
          </a:p>
        </p:txBody>
      </p:sp>
      <p:pic>
        <p:nvPicPr>
          <p:cNvPr id="4" name="image10.png">
            <a:extLst>
              <a:ext uri="{FF2B5EF4-FFF2-40B4-BE49-F238E27FC236}">
                <a16:creationId xmlns:a16="http://schemas.microsoft.com/office/drawing/2014/main" id="{3EB295FE-05FE-CC19-123E-76C3D7CE1120}"/>
              </a:ext>
            </a:extLst>
          </p:cNvPr>
          <p:cNvPicPr/>
          <p:nvPr/>
        </p:nvPicPr>
        <p:blipFill>
          <a:blip r:embed="rId4"/>
          <a:srcRect l="17948" t="15656" r="2403" b="5112"/>
          <a:stretch>
            <a:fillRect/>
          </a:stretch>
        </p:blipFill>
        <p:spPr>
          <a:xfrm>
            <a:off x="3960354" y="1022041"/>
            <a:ext cx="4701046" cy="2969536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0104029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16">
            <a:extLst>
              <a:ext uri="{FF2B5EF4-FFF2-40B4-BE49-F238E27FC236}">
                <a16:creationId xmlns:a16="http://schemas.microsoft.com/office/drawing/2014/main" id="{1A855EDB-A907-49FB-A497-CE3FDE83F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0128" y="482598"/>
            <a:ext cx="7011912" cy="2699514"/>
          </a:xfrm>
          <a:prstGeom prst="roundRect">
            <a:avLst>
              <a:gd name="adj" fmla="val 4219"/>
            </a:avLst>
          </a:prstGeom>
          <a:solidFill>
            <a:schemeClr val="tx1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D447CC5-A931-4BBA-85AA-BB5CB5FDF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 bwMode="white">
          <a:xfrm>
            <a:off x="0" y="3393820"/>
            <a:ext cx="9152363" cy="1758043"/>
            <a:chOff x="0" y="4525094"/>
            <a:chExt cx="12203151" cy="2344057"/>
          </a:xfrm>
        </p:grpSpPr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3F4532E5-BD00-48F6-86A8-56F403CE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0" y="4525094"/>
              <a:ext cx="12192000" cy="2332906"/>
            </a:xfrm>
            <a:custGeom>
              <a:avLst/>
              <a:gdLst>
                <a:gd name="connsiteX0" fmla="*/ 0 w 12192000"/>
                <a:gd name="connsiteY0" fmla="*/ 0 h 2332906"/>
                <a:gd name="connsiteX1" fmla="*/ 1996017 w 12192000"/>
                <a:gd name="connsiteY1" fmla="*/ 0 h 2332906"/>
                <a:gd name="connsiteX2" fmla="*/ 2377017 w 12192000"/>
                <a:gd name="connsiteY2" fmla="*/ 263783 h 2332906"/>
                <a:gd name="connsiteX3" fmla="*/ 2385484 w 12192000"/>
                <a:gd name="connsiteY3" fmla="*/ 266713 h 2332906"/>
                <a:gd name="connsiteX4" fmla="*/ 2398184 w 12192000"/>
                <a:gd name="connsiteY4" fmla="*/ 271110 h 2332906"/>
                <a:gd name="connsiteX5" fmla="*/ 2410883 w 12192000"/>
                <a:gd name="connsiteY5" fmla="*/ 275506 h 2332906"/>
                <a:gd name="connsiteX6" fmla="*/ 2421467 w 12192000"/>
                <a:gd name="connsiteY6" fmla="*/ 275506 h 2332906"/>
                <a:gd name="connsiteX7" fmla="*/ 2434167 w 12192000"/>
                <a:gd name="connsiteY7" fmla="*/ 275506 h 2332906"/>
                <a:gd name="connsiteX8" fmla="*/ 2444750 w 12192000"/>
                <a:gd name="connsiteY8" fmla="*/ 271110 h 2332906"/>
                <a:gd name="connsiteX9" fmla="*/ 2457450 w 12192000"/>
                <a:gd name="connsiteY9" fmla="*/ 266713 h 2332906"/>
                <a:gd name="connsiteX10" fmla="*/ 2465917 w 12192000"/>
                <a:gd name="connsiteY10" fmla="*/ 263783 h 2332906"/>
                <a:gd name="connsiteX11" fmla="*/ 2846917 w 12192000"/>
                <a:gd name="connsiteY11" fmla="*/ 0 h 2332906"/>
                <a:gd name="connsiteX12" fmla="*/ 12192000 w 12192000"/>
                <a:gd name="connsiteY12" fmla="*/ 0 h 2332906"/>
                <a:gd name="connsiteX13" fmla="*/ 12192000 w 12192000"/>
                <a:gd name="connsiteY13" fmla="*/ 2332906 h 2332906"/>
                <a:gd name="connsiteX14" fmla="*/ 0 w 12192000"/>
                <a:gd name="connsiteY14" fmla="*/ 2332906 h 23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192000" h="2332906">
                  <a:moveTo>
                    <a:pt x="0" y="0"/>
                  </a:moveTo>
                  <a:lnTo>
                    <a:pt x="1996017" y="0"/>
                  </a:lnTo>
                  <a:lnTo>
                    <a:pt x="2377017" y="263783"/>
                  </a:lnTo>
                  <a:lnTo>
                    <a:pt x="2385484" y="266713"/>
                  </a:lnTo>
                  <a:lnTo>
                    <a:pt x="2398184" y="271110"/>
                  </a:lnTo>
                  <a:lnTo>
                    <a:pt x="2410883" y="275506"/>
                  </a:lnTo>
                  <a:lnTo>
                    <a:pt x="2421467" y="275506"/>
                  </a:lnTo>
                  <a:lnTo>
                    <a:pt x="2434167" y="275506"/>
                  </a:lnTo>
                  <a:lnTo>
                    <a:pt x="2444750" y="271110"/>
                  </a:lnTo>
                  <a:lnTo>
                    <a:pt x="2457450" y="266713"/>
                  </a:lnTo>
                  <a:lnTo>
                    <a:pt x="2465917" y="263783"/>
                  </a:lnTo>
                  <a:lnTo>
                    <a:pt x="2846917" y="0"/>
                  </a:lnTo>
                  <a:lnTo>
                    <a:pt x="12192000" y="0"/>
                  </a:lnTo>
                  <a:lnTo>
                    <a:pt x="12192000" y="2332906"/>
                  </a:lnTo>
                  <a:lnTo>
                    <a:pt x="0" y="2332906"/>
                  </a:lnTo>
                  <a:close/>
                </a:path>
              </a:pathLst>
            </a:cu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6E93F2B7-3B84-4618-82BF-295B4D575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 flipH="1">
              <a:off x="3820" y="4536245"/>
              <a:ext cx="5660999" cy="2332906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4DBF4A8-7A64-44AA-8A69-D291276FF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4813714" y="4536245"/>
              <a:ext cx="7389437" cy="2332906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ubtitle 4">
            <a:extLst>
              <a:ext uri="{FF2B5EF4-FFF2-40B4-BE49-F238E27FC236}">
                <a16:creationId xmlns:a16="http://schemas.microsoft.com/office/drawing/2014/main" id="{953F41EB-7BE0-A5A0-D4F8-4EF4BB7AD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9055" y="3770839"/>
            <a:ext cx="3167835" cy="121043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500" dirty="0"/>
              <a:t>Deploy the PHP Project</a:t>
            </a:r>
          </a:p>
          <a:p>
            <a:pPr>
              <a:lnSpc>
                <a:spcPct val="90000"/>
              </a:lnSpc>
            </a:pPr>
            <a:endParaRPr lang="en-IN" sz="1500" dirty="0"/>
          </a:p>
          <a:p>
            <a:pPr>
              <a:lnSpc>
                <a:spcPct val="90000"/>
              </a:lnSpc>
            </a:pPr>
            <a:r>
              <a:rPr lang="en-IN" sz="1500" dirty="0"/>
              <a:t>Set up Database Connection</a:t>
            </a:r>
          </a:p>
        </p:txBody>
      </p:sp>
      <p:pic>
        <p:nvPicPr>
          <p:cNvPr id="17" name="Graphic 16" descr="Internet Of Things with solid fill">
            <a:extLst>
              <a:ext uri="{FF2B5EF4-FFF2-40B4-BE49-F238E27FC236}">
                <a16:creationId xmlns:a16="http://schemas.microsoft.com/office/drawing/2014/main" id="{99B7C02D-BB76-0176-9CAA-EBCEBB4AA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5436" y="671970"/>
            <a:ext cx="2319492" cy="2319492"/>
          </a:xfrm>
          <a:prstGeom prst="rect">
            <a:avLst/>
          </a:prstGeom>
        </p:spPr>
      </p:pic>
      <p:pic>
        <p:nvPicPr>
          <p:cNvPr id="19" name="Graphic 18" descr="Database outline">
            <a:extLst>
              <a:ext uri="{FF2B5EF4-FFF2-40B4-BE49-F238E27FC236}">
                <a16:creationId xmlns:a16="http://schemas.microsoft.com/office/drawing/2014/main" id="{E9D94DEC-FE1C-E668-E809-F1FC8066F9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9462" y="673038"/>
            <a:ext cx="2319492" cy="231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414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2381"/>
            <a:ext cx="9144000" cy="3902868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743172-17A8-4FA4-8434-B813E03B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4CE1233C-FD2F-489E-BFDE-086F5FED6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77753" cy="51435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BD0A0A-22B9-E4DE-C4BF-E23D5AF14B48}"/>
              </a:ext>
            </a:extLst>
          </p:cNvPr>
          <p:cNvSpPr txBox="1"/>
          <p:nvPr/>
        </p:nvSpPr>
        <p:spPr>
          <a:xfrm>
            <a:off x="338635" y="1350168"/>
            <a:ext cx="2583158" cy="31808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300" b="1">
                <a:solidFill>
                  <a:srgbClr val="FEFEFE"/>
                </a:solidFill>
                <a:latin typeface="+mj-lt"/>
                <a:ea typeface="+mj-ea"/>
                <a:cs typeface="+mj-cs"/>
              </a:rPr>
              <a:t>Configuring the 	API Gateway</a:t>
            </a:r>
          </a:p>
        </p:txBody>
      </p:sp>
      <p:pic>
        <p:nvPicPr>
          <p:cNvPr id="2" name="image6.png" descr="A screenshot of a computer&#10;&#10;Description automatically generated">
            <a:extLst>
              <a:ext uri="{FF2B5EF4-FFF2-40B4-BE49-F238E27FC236}">
                <a16:creationId xmlns:a16="http://schemas.microsoft.com/office/drawing/2014/main" id="{E18840C2-9832-B2CC-0EAA-F6A6219B62FF}"/>
              </a:ext>
            </a:extLst>
          </p:cNvPr>
          <p:cNvPicPr/>
          <p:nvPr/>
        </p:nvPicPr>
        <p:blipFill>
          <a:blip r:embed="rId4"/>
          <a:srcRect l="15544" t="16455"/>
          <a:stretch>
            <a:fillRect/>
          </a:stretch>
        </p:blipFill>
        <p:spPr>
          <a:xfrm>
            <a:off x="3960354" y="1053579"/>
            <a:ext cx="4701046" cy="2906460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477420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E521B-1990-ABFD-5F26-66A63E08F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49E240-F97C-9DDE-9638-A2BC335B0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 Learnings</a:t>
            </a:r>
            <a:endParaRPr lang="en-IN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B4505-BF39-96DF-BCF1-0A8EC1BA29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have not only gained hands-on experience with AWS services but also deepened our understanding of cloud architecture best practices.</a:t>
            </a:r>
          </a:p>
          <a:p>
            <a:pPr marL="0" indent="0">
              <a:buNone/>
            </a:pPr>
            <a:r>
              <a:rPr lang="en-US" dirty="0"/>
              <a:t>AWS labs helped us in the deployment of our web application using the services available on AWS.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A0D94A-218D-813A-EDB7-3AA3A20EF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Difficulties Faced</a:t>
            </a:r>
            <a:endParaRPr lang="en-IN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AB8398-87F6-FECB-D043-FC0D433F65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0562" y="2063355"/>
            <a:ext cx="3895937" cy="17720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have faced difficulties mainly due to the lack of knowledge of cloud technologies initially and in selecting the right services for the right function.</a:t>
            </a:r>
          </a:p>
          <a:p>
            <a:pPr marL="0" indent="0">
              <a:buNone/>
            </a:pPr>
            <a:r>
              <a:rPr lang="en-US" dirty="0"/>
              <a:t>But over the period we made use of AWS academy in understanding each service.</a:t>
            </a:r>
          </a:p>
        </p:txBody>
      </p:sp>
    </p:spTree>
    <p:extLst>
      <p:ext uri="{BB962C8B-B14F-4D97-AF65-F5344CB8AC3E}">
        <p14:creationId xmlns:p14="http://schemas.microsoft.com/office/powerpoint/2010/main" val="513042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>
            <a:extLst>
              <a:ext uri="{FF2B5EF4-FFF2-40B4-BE49-F238E27FC236}">
                <a16:creationId xmlns:a16="http://schemas.microsoft.com/office/drawing/2014/main" id="{E446B7E6-8568-417F-959E-DB3D1E7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2381"/>
            <a:ext cx="9144000" cy="3902868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4047A07-72EC-41BC-A55F-C264F639F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Close up image of hands applauding">
            <a:extLst>
              <a:ext uri="{FF2B5EF4-FFF2-40B4-BE49-F238E27FC236}">
                <a16:creationId xmlns:a16="http://schemas.microsoft.com/office/drawing/2014/main" id="{399EA7FB-0F4E-DC92-0E1A-EB5F96B5E4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596" b="15134"/>
          <a:stretch/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F21B8AC8-E2D8-E982-6CDA-6CD725500721}"/>
              </a:ext>
            </a:extLst>
          </p:cNvPr>
          <p:cNvSpPr txBox="1"/>
          <p:nvPr/>
        </p:nvSpPr>
        <p:spPr>
          <a:xfrm>
            <a:off x="607500" y="1086860"/>
            <a:ext cx="7929000" cy="27993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5400" b="1">
                <a:solidFill>
                  <a:srgbClr val="FEFEFE"/>
                </a:solidFill>
                <a:latin typeface="+mj-lt"/>
                <a:ea typeface="+mj-ea"/>
                <a:cs typeface="+mj-cs"/>
              </a:rPr>
              <a:t>Thank you for listening!</a:t>
            </a:r>
          </a:p>
        </p:txBody>
      </p:sp>
    </p:spTree>
    <p:extLst>
      <p:ext uri="{BB962C8B-B14F-4D97-AF65-F5344CB8AC3E}">
        <p14:creationId xmlns:p14="http://schemas.microsoft.com/office/powerpoint/2010/main" val="7201270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314</TotalTime>
  <Words>802</Words>
  <Application>Microsoft Macintosh PowerPoint</Application>
  <PresentationFormat>On-screen Show (16:9)</PresentationFormat>
  <Paragraphs>107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Century Gothic</vt:lpstr>
      <vt:lpstr>Telegraf</vt:lpstr>
      <vt:lpstr>Wingdings 2</vt:lpstr>
      <vt:lpstr>Quotable</vt:lpstr>
      <vt:lpstr>Internet Banking System  </vt:lpstr>
      <vt:lpstr>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ERD (Entity-Relationship Diagram)  </vt:lpstr>
      <vt:lpstr>Deployment on AWS  </vt:lpstr>
      <vt:lpstr>Deployment on AWS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Others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Banking System  </dc:title>
  <dc:creator>PRATHAP BODDU</dc:creator>
  <cp:lastModifiedBy>Prathap Boddu</cp:lastModifiedBy>
  <cp:revision>45</cp:revision>
  <dcterms:modified xsi:type="dcterms:W3CDTF">2026-03-26T17:38:48Z</dcterms:modified>
</cp:coreProperties>
</file>